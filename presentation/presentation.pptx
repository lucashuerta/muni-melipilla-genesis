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jRd4KfA/2kUU2Rh3uqjwbSJEOp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3B4823-D1A0-474C-85F0-F5F381F4B5E0}">
  <a:tblStyle styleId="{BF3B4823-D1A0-474C-85F0-F5F381F4B5E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0036C7D-2CA4-49F1-84CB-C495813DEA97}" styleName="Table_1">
    <a:wholeTbl>
      <a:tcTxStyle b="off" i="off">
        <a:font>
          <a:latin typeface="Neue Haas Grotesk Text Pro"/>
          <a:ea typeface="Neue Haas Grotesk Text Pro"/>
          <a:cs typeface="Neue Haas Grotesk Text Pr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FEF"/>
          </a:solidFill>
        </a:fill>
      </a:tcStyle>
    </a:wholeTbl>
    <a:band1H>
      <a:tcTxStyle/>
      <a:tcStyle>
        <a:fill>
          <a:solidFill>
            <a:srgbClr val="CADEDD"/>
          </a:solidFill>
        </a:fill>
      </a:tcStyle>
    </a:band1H>
    <a:band2H>
      <a:tcTxStyle/>
    </a:band2H>
    <a:band1V>
      <a:tcTxStyle/>
      <a:tcStyle>
        <a:fill>
          <a:solidFill>
            <a:srgbClr val="CADEDD"/>
          </a:solidFill>
        </a:fill>
      </a:tcStyle>
    </a:band1V>
    <a:band2V>
      <a:tcTxStyle/>
    </a:band2V>
    <a:lastCol>
      <a:tcTxStyle b="on" i="off">
        <a:font>
          <a:latin typeface="Neue Haas Grotesk Text Pro"/>
          <a:ea typeface="Neue Haas Grotesk Text Pro"/>
          <a:cs typeface="Neue Haas Grotesk Text Pro"/>
        </a:font>
        <a:schemeClr val="lt1"/>
      </a:tcTxStyle>
      <a:tcStyle>
        <a:fill>
          <a:solidFill>
            <a:schemeClr val="accent1"/>
          </a:solidFill>
        </a:fill>
      </a:tcStyle>
    </a:lastCol>
    <a:firstCol>
      <a:tcTxStyle b="on" i="off">
        <a:font>
          <a:latin typeface="Neue Haas Grotesk Text Pro"/>
          <a:ea typeface="Neue Haas Grotesk Text Pro"/>
          <a:cs typeface="Neue Haas Grotesk Text Pro"/>
        </a:font>
        <a:schemeClr val="lt1"/>
      </a:tcTxStyle>
      <a:tcStyle>
        <a:fill>
          <a:solidFill>
            <a:schemeClr val="accent1"/>
          </a:solidFill>
        </a:fill>
      </a:tcStyle>
    </a:firstCol>
    <a:lastRow>
      <a:tcTxStyle b="on" i="off">
        <a:font>
          <a:latin typeface="Neue Haas Grotesk Text Pro"/>
          <a:ea typeface="Neue Haas Grotesk Text Pro"/>
          <a:cs typeface="Neue Haas Grotesk Text Pr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Neue Haas Grotesk Text Pro"/>
          <a:ea typeface="Neue Haas Grotesk Text Pro"/>
          <a:cs typeface="Neue Haas Grotesk Text Pr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6f2743f09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6f2743f09b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6f2743f09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6f2743f09b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6f2743f09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6f2743f09b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4"/>
          <p:cNvSpPr txBox="1"/>
          <p:nvPr>
            <p:ph type="ctrTitle"/>
          </p:nvPr>
        </p:nvSpPr>
        <p:spPr>
          <a:xfrm>
            <a:off x="2301923" y="1122363"/>
            <a:ext cx="7588155" cy="2621154"/>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000"/>
              <a:buFont typeface="Arial"/>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4"/>
          <p:cNvSpPr txBox="1"/>
          <p:nvPr>
            <p:ph idx="1" type="subTitle"/>
          </p:nvPr>
        </p:nvSpPr>
        <p:spPr>
          <a:xfrm>
            <a:off x="2301923" y="3843708"/>
            <a:ext cx="7588155" cy="1414091"/>
          </a:xfrm>
          <a:prstGeom prst="rect">
            <a:avLst/>
          </a:prstGeom>
          <a:noFill/>
          <a:ln>
            <a:noFill/>
          </a:ln>
        </p:spPr>
        <p:txBody>
          <a:bodyPr anchorCtr="0" anchor="t" bIns="45700" lIns="91425" spcFirstLastPara="1" rIns="91425" wrap="square" tIns="45700">
            <a:normAutofit/>
          </a:bodyPr>
          <a:lstStyle>
            <a:lvl1pPr lvl="0" algn="ctr">
              <a:lnSpc>
                <a:spcPct val="120000"/>
              </a:lnSpc>
              <a:spcBef>
                <a:spcPts val="1000"/>
              </a:spcBef>
              <a:spcAft>
                <a:spcPts val="0"/>
              </a:spcAft>
              <a:buClr>
                <a:schemeClr val="dk1"/>
              </a:buClr>
              <a:buSzPts val="1800"/>
              <a:buNone/>
              <a:defRPr sz="1800"/>
            </a:lvl1pPr>
            <a:lvl2pPr lvl="1" algn="ctr">
              <a:lnSpc>
                <a:spcPct val="120000"/>
              </a:lnSpc>
              <a:spcBef>
                <a:spcPts val="500"/>
              </a:spcBef>
              <a:spcAft>
                <a:spcPts val="0"/>
              </a:spcAft>
              <a:buClr>
                <a:schemeClr val="dk1"/>
              </a:buClr>
              <a:buSzPts val="1800"/>
              <a:buNone/>
              <a:defRPr sz="1800"/>
            </a:lvl2pPr>
            <a:lvl3pPr lvl="2" algn="ctr">
              <a:lnSpc>
                <a:spcPct val="120000"/>
              </a:lnSpc>
              <a:spcBef>
                <a:spcPts val="500"/>
              </a:spcBef>
              <a:spcAft>
                <a:spcPts val="0"/>
              </a:spcAft>
              <a:buClr>
                <a:schemeClr val="dk1"/>
              </a:buClr>
              <a:buSzPts val="1800"/>
              <a:buNone/>
              <a:defRPr sz="1800"/>
            </a:lvl3pPr>
            <a:lvl4pPr lvl="3" algn="ctr">
              <a:lnSpc>
                <a:spcPct val="120000"/>
              </a:lnSpc>
              <a:spcBef>
                <a:spcPts val="500"/>
              </a:spcBef>
              <a:spcAft>
                <a:spcPts val="0"/>
              </a:spcAft>
              <a:buClr>
                <a:schemeClr val="dk1"/>
              </a:buClr>
              <a:buSzPts val="1600"/>
              <a:buNone/>
              <a:defRPr sz="1600"/>
            </a:lvl4pPr>
            <a:lvl5pPr lvl="4" algn="ctr">
              <a:lnSpc>
                <a:spcPct val="12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4"/>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4"/>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4"/>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5"/>
          <p:cNvSpPr txBox="1"/>
          <p:nvPr>
            <p:ph type="title"/>
          </p:nvPr>
        </p:nvSpPr>
        <p:spPr>
          <a:xfrm>
            <a:off x="612648" y="548640"/>
            <a:ext cx="10653578" cy="113225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5"/>
          <p:cNvSpPr txBox="1"/>
          <p:nvPr>
            <p:ph idx="1" type="body"/>
          </p:nvPr>
        </p:nvSpPr>
        <p:spPr>
          <a:xfrm>
            <a:off x="612647" y="1715532"/>
            <a:ext cx="10653579" cy="459382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5"/>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5"/>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5"/>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6"/>
          <p:cNvSpPr txBox="1"/>
          <p:nvPr>
            <p:ph type="title"/>
          </p:nvPr>
        </p:nvSpPr>
        <p:spPr>
          <a:xfrm>
            <a:off x="603381" y="553616"/>
            <a:ext cx="8273140" cy="400885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5400"/>
              <a:buFont typeface="Arial"/>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6"/>
          <p:cNvSpPr txBox="1"/>
          <p:nvPr>
            <p:ph idx="1" type="body"/>
          </p:nvPr>
        </p:nvSpPr>
        <p:spPr>
          <a:xfrm>
            <a:off x="603380" y="4589463"/>
            <a:ext cx="8273140" cy="1384617"/>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000"/>
              <a:buNone/>
              <a:defRPr sz="2000">
                <a:solidFill>
                  <a:schemeClr val="dk1"/>
                </a:solidFill>
              </a:defRPr>
            </a:lvl1pPr>
            <a:lvl2pPr indent="-228600" lvl="1" marL="914400" algn="l">
              <a:lnSpc>
                <a:spcPct val="120000"/>
              </a:lnSpc>
              <a:spcBef>
                <a:spcPts val="500"/>
              </a:spcBef>
              <a:spcAft>
                <a:spcPts val="0"/>
              </a:spcAft>
              <a:buClr>
                <a:srgbClr val="888888"/>
              </a:buClr>
              <a:buSzPts val="2000"/>
              <a:buNone/>
              <a:defRPr sz="2000">
                <a:solidFill>
                  <a:srgbClr val="888888"/>
                </a:solidFill>
              </a:defRPr>
            </a:lvl2pPr>
            <a:lvl3pPr indent="-228600" lvl="2" marL="1371600" algn="l">
              <a:lnSpc>
                <a:spcPct val="120000"/>
              </a:lnSpc>
              <a:spcBef>
                <a:spcPts val="500"/>
              </a:spcBef>
              <a:spcAft>
                <a:spcPts val="0"/>
              </a:spcAft>
              <a:buClr>
                <a:srgbClr val="888888"/>
              </a:buClr>
              <a:buSzPts val="1800"/>
              <a:buNone/>
              <a:defRPr sz="1800">
                <a:solidFill>
                  <a:srgbClr val="888888"/>
                </a:solidFill>
              </a:defRPr>
            </a:lvl3pPr>
            <a:lvl4pPr indent="-228600" lvl="3" marL="1828800" algn="l">
              <a:lnSpc>
                <a:spcPct val="120000"/>
              </a:lnSpc>
              <a:spcBef>
                <a:spcPts val="500"/>
              </a:spcBef>
              <a:spcAft>
                <a:spcPts val="0"/>
              </a:spcAft>
              <a:buClr>
                <a:srgbClr val="888888"/>
              </a:buClr>
              <a:buSzPts val="1600"/>
              <a:buNone/>
              <a:defRPr sz="1600">
                <a:solidFill>
                  <a:srgbClr val="888888"/>
                </a:solidFill>
              </a:defRPr>
            </a:lvl4pPr>
            <a:lvl5pPr indent="-228600" lvl="4" marL="2286000" algn="l">
              <a:lnSpc>
                <a:spcPct val="12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6"/>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6"/>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6"/>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7"/>
          <p:cNvSpPr txBox="1"/>
          <p:nvPr>
            <p:ph type="title"/>
          </p:nvPr>
        </p:nvSpPr>
        <p:spPr>
          <a:xfrm>
            <a:off x="612648" y="548640"/>
            <a:ext cx="10741152" cy="113225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7"/>
          <p:cNvSpPr txBox="1"/>
          <p:nvPr>
            <p:ph idx="1" type="body"/>
          </p:nvPr>
        </p:nvSpPr>
        <p:spPr>
          <a:xfrm>
            <a:off x="612648"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7"/>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7"/>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7"/>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28"/>
          <p:cNvSpPr txBox="1"/>
          <p:nvPr>
            <p:ph type="title"/>
          </p:nvPr>
        </p:nvSpPr>
        <p:spPr>
          <a:xfrm>
            <a:off x="609600" y="547396"/>
            <a:ext cx="10745788" cy="114329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8"/>
          <p:cNvSpPr txBox="1"/>
          <p:nvPr>
            <p:ph idx="1" type="body"/>
          </p:nvPr>
        </p:nvSpPr>
        <p:spPr>
          <a:xfrm>
            <a:off x="609600" y="1685735"/>
            <a:ext cx="5157787" cy="5598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8"/>
          <p:cNvSpPr txBox="1"/>
          <p:nvPr>
            <p:ph idx="2" type="body"/>
          </p:nvPr>
        </p:nvSpPr>
        <p:spPr>
          <a:xfrm>
            <a:off x="609600" y="2386894"/>
            <a:ext cx="5157787" cy="376508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8"/>
          <p:cNvSpPr txBox="1"/>
          <p:nvPr>
            <p:ph idx="3" type="body"/>
          </p:nvPr>
        </p:nvSpPr>
        <p:spPr>
          <a:xfrm>
            <a:off x="6172200" y="1685735"/>
            <a:ext cx="5183188" cy="559834"/>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cap="none"/>
            </a:lvl1pPr>
            <a:lvl2pPr indent="-228600" lvl="1" marL="914400" algn="l">
              <a:lnSpc>
                <a:spcPct val="120000"/>
              </a:lnSpc>
              <a:spcBef>
                <a:spcPts val="500"/>
              </a:spcBef>
              <a:spcAft>
                <a:spcPts val="0"/>
              </a:spcAft>
              <a:buClr>
                <a:schemeClr val="dk1"/>
              </a:buClr>
              <a:buSzPts val="2000"/>
              <a:buNone/>
              <a:defRPr b="1" sz="2000"/>
            </a:lvl2pPr>
            <a:lvl3pPr indent="-228600" lvl="2" marL="1371600" algn="l">
              <a:lnSpc>
                <a:spcPct val="120000"/>
              </a:lnSpc>
              <a:spcBef>
                <a:spcPts val="500"/>
              </a:spcBef>
              <a:spcAft>
                <a:spcPts val="0"/>
              </a:spcAft>
              <a:buClr>
                <a:schemeClr val="dk1"/>
              </a:buClr>
              <a:buSzPts val="1800"/>
              <a:buNone/>
              <a:defRPr b="1" sz="1800"/>
            </a:lvl3pPr>
            <a:lvl4pPr indent="-228600" lvl="3" marL="1828800" algn="l">
              <a:lnSpc>
                <a:spcPct val="120000"/>
              </a:lnSpc>
              <a:spcBef>
                <a:spcPts val="500"/>
              </a:spcBef>
              <a:spcAft>
                <a:spcPts val="0"/>
              </a:spcAft>
              <a:buClr>
                <a:schemeClr val="dk1"/>
              </a:buClr>
              <a:buSzPts val="1600"/>
              <a:buNone/>
              <a:defRPr b="1" sz="1600"/>
            </a:lvl4pPr>
            <a:lvl5pPr indent="-228600" lvl="4" marL="2286000" algn="l">
              <a:lnSpc>
                <a:spcPct val="12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8"/>
          <p:cNvSpPr txBox="1"/>
          <p:nvPr>
            <p:ph idx="4" type="body"/>
          </p:nvPr>
        </p:nvSpPr>
        <p:spPr>
          <a:xfrm>
            <a:off x="6172199" y="2386894"/>
            <a:ext cx="5183189" cy="3765089"/>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8"/>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8"/>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8"/>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29"/>
          <p:cNvSpPr txBox="1"/>
          <p:nvPr>
            <p:ph type="title"/>
          </p:nvPr>
        </p:nvSpPr>
        <p:spPr>
          <a:xfrm>
            <a:off x="612648" y="548640"/>
            <a:ext cx="10653578" cy="113225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9"/>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9"/>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0"/>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597160" y="553616"/>
            <a:ext cx="3595634" cy="17575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5134708" y="553616"/>
            <a:ext cx="6279741" cy="5486400"/>
          </a:xfrm>
          <a:prstGeom prst="rect">
            <a:avLst/>
          </a:prstGeom>
          <a:noFill/>
          <a:ln>
            <a:noFill/>
          </a:ln>
        </p:spPr>
        <p:txBody>
          <a:bodyPr anchorCtr="0" anchor="t" bIns="45700" lIns="91425" spcFirstLastPara="1" rIns="91425" wrap="square" tIns="45700">
            <a:normAutofit/>
          </a:bodyPr>
          <a:lstStyle>
            <a:lvl1pPr indent="-406400" lvl="0" marL="457200" algn="l">
              <a:lnSpc>
                <a:spcPct val="120000"/>
              </a:lnSpc>
              <a:spcBef>
                <a:spcPts val="1000"/>
              </a:spcBef>
              <a:spcAft>
                <a:spcPts val="0"/>
              </a:spcAft>
              <a:buClr>
                <a:schemeClr val="dk1"/>
              </a:buClr>
              <a:buSzPts val="2800"/>
              <a:buChar char="•"/>
              <a:defRPr sz="2800"/>
            </a:lvl1pPr>
            <a:lvl2pPr indent="-381000" lvl="1" marL="914400" algn="l">
              <a:lnSpc>
                <a:spcPct val="120000"/>
              </a:lnSpc>
              <a:spcBef>
                <a:spcPts val="500"/>
              </a:spcBef>
              <a:spcAft>
                <a:spcPts val="0"/>
              </a:spcAft>
              <a:buClr>
                <a:schemeClr val="dk1"/>
              </a:buClr>
              <a:buSzPts val="2400"/>
              <a:buChar char="•"/>
              <a:defRPr sz="2400"/>
            </a:lvl2pPr>
            <a:lvl3pPr indent="-355600" lvl="2" marL="1371600" algn="l">
              <a:lnSpc>
                <a:spcPct val="120000"/>
              </a:lnSpc>
              <a:spcBef>
                <a:spcPts val="500"/>
              </a:spcBef>
              <a:spcAft>
                <a:spcPts val="0"/>
              </a:spcAft>
              <a:buClr>
                <a:schemeClr val="dk1"/>
              </a:buClr>
              <a:buSzPts val="2000"/>
              <a:buChar char="•"/>
              <a:defRPr sz="2000"/>
            </a:lvl3pPr>
            <a:lvl4pPr indent="-342900" lvl="3" marL="1828800" algn="l">
              <a:lnSpc>
                <a:spcPct val="120000"/>
              </a:lnSpc>
              <a:spcBef>
                <a:spcPts val="500"/>
              </a:spcBef>
              <a:spcAft>
                <a:spcPts val="0"/>
              </a:spcAft>
              <a:buClr>
                <a:schemeClr val="dk1"/>
              </a:buClr>
              <a:buSzPts val="1800"/>
              <a:buChar char="•"/>
              <a:defRPr sz="1800"/>
            </a:lvl4pPr>
            <a:lvl5pPr indent="-342900" lvl="4" marL="2286000" algn="l">
              <a:lnSpc>
                <a:spcPct val="120000"/>
              </a:lnSpc>
              <a:spcBef>
                <a:spcPts val="5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sz="1800"/>
            </a:lvl6pPr>
            <a:lvl7pPr indent="-342900" lvl="6" marL="3200400" algn="l">
              <a:lnSpc>
                <a:spcPct val="90000"/>
              </a:lnSpc>
              <a:spcBef>
                <a:spcPts val="500"/>
              </a:spcBef>
              <a:spcAft>
                <a:spcPts val="0"/>
              </a:spcAft>
              <a:buClr>
                <a:schemeClr val="dk1"/>
              </a:buClr>
              <a:buSzPts val="1800"/>
              <a:buChar char="•"/>
              <a:defRPr sz="1800"/>
            </a:lvl7pPr>
            <a:lvl8pPr indent="-342900" lvl="7" marL="3657600" algn="l">
              <a:lnSpc>
                <a:spcPct val="90000"/>
              </a:lnSpc>
              <a:spcBef>
                <a:spcPts val="500"/>
              </a:spcBef>
              <a:spcAft>
                <a:spcPts val="0"/>
              </a:spcAft>
              <a:buClr>
                <a:schemeClr val="dk1"/>
              </a:buClr>
              <a:buSzPts val="1800"/>
              <a:buChar char="•"/>
              <a:defRPr sz="1800"/>
            </a:lvl8pPr>
            <a:lvl9pPr indent="-342900" lvl="8" marL="4114800" algn="l">
              <a:lnSpc>
                <a:spcPct val="90000"/>
              </a:lnSpc>
              <a:spcBef>
                <a:spcPts val="500"/>
              </a:spcBef>
              <a:spcAft>
                <a:spcPts val="0"/>
              </a:spcAft>
              <a:buClr>
                <a:schemeClr val="dk1"/>
              </a:buClr>
              <a:buSzPts val="1800"/>
              <a:buChar char="•"/>
              <a:defRPr sz="1800"/>
            </a:lvl9pPr>
          </a:lstStyle>
          <a:p/>
        </p:txBody>
      </p:sp>
      <p:sp>
        <p:nvSpPr>
          <p:cNvPr id="57" name="Google Shape;57;p31"/>
          <p:cNvSpPr txBox="1"/>
          <p:nvPr>
            <p:ph idx="2" type="body"/>
          </p:nvPr>
        </p:nvSpPr>
        <p:spPr>
          <a:xfrm>
            <a:off x="597160" y="2311121"/>
            <a:ext cx="3595634" cy="372889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800"/>
              <a:buNone/>
              <a:defRPr sz="18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200"/>
              <a:buNone/>
              <a:defRPr sz="1200"/>
            </a:lvl3pPr>
            <a:lvl4pPr indent="-228600" lvl="3" marL="1828800" algn="l">
              <a:lnSpc>
                <a:spcPct val="120000"/>
              </a:lnSpc>
              <a:spcBef>
                <a:spcPts val="500"/>
              </a:spcBef>
              <a:spcAft>
                <a:spcPts val="0"/>
              </a:spcAft>
              <a:buClr>
                <a:schemeClr val="dk1"/>
              </a:buClr>
              <a:buSzPts val="1000"/>
              <a:buNone/>
              <a:defRPr sz="1000"/>
            </a:lvl4pPr>
            <a:lvl5pPr indent="-228600" lvl="4" marL="2286000" algn="l">
              <a:lnSpc>
                <a:spcPct val="12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1"/>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594360" y="557784"/>
            <a:ext cx="3595634" cy="221231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5063319" y="657103"/>
            <a:ext cx="6483687" cy="5555904"/>
          </a:xfrm>
          <a:prstGeom prst="rect">
            <a:avLst/>
          </a:prstGeom>
          <a:noFill/>
          <a:ln>
            <a:noFill/>
          </a:ln>
        </p:spPr>
      </p:sp>
      <p:sp>
        <p:nvSpPr>
          <p:cNvPr id="64" name="Google Shape;64;p32"/>
          <p:cNvSpPr txBox="1"/>
          <p:nvPr>
            <p:ph idx="1" type="body"/>
          </p:nvPr>
        </p:nvSpPr>
        <p:spPr>
          <a:xfrm>
            <a:off x="609601" y="2826137"/>
            <a:ext cx="3585586" cy="3434638"/>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600"/>
              <a:buNone/>
              <a:defRPr sz="1600"/>
            </a:lvl1pPr>
            <a:lvl2pPr indent="-228600" lvl="1" marL="914400" algn="l">
              <a:lnSpc>
                <a:spcPct val="120000"/>
              </a:lnSpc>
              <a:spcBef>
                <a:spcPts val="500"/>
              </a:spcBef>
              <a:spcAft>
                <a:spcPts val="0"/>
              </a:spcAft>
              <a:buClr>
                <a:schemeClr val="dk1"/>
              </a:buClr>
              <a:buSzPts val="1400"/>
              <a:buNone/>
              <a:defRPr sz="1400"/>
            </a:lvl2pPr>
            <a:lvl3pPr indent="-228600" lvl="2" marL="1371600" algn="l">
              <a:lnSpc>
                <a:spcPct val="120000"/>
              </a:lnSpc>
              <a:spcBef>
                <a:spcPts val="500"/>
              </a:spcBef>
              <a:spcAft>
                <a:spcPts val="0"/>
              </a:spcAft>
              <a:buClr>
                <a:schemeClr val="dk1"/>
              </a:buClr>
              <a:buSzPts val="1200"/>
              <a:buNone/>
              <a:defRPr sz="1200"/>
            </a:lvl3pPr>
            <a:lvl4pPr indent="-228600" lvl="3" marL="1828800" algn="l">
              <a:lnSpc>
                <a:spcPct val="120000"/>
              </a:lnSpc>
              <a:spcBef>
                <a:spcPts val="500"/>
              </a:spcBef>
              <a:spcAft>
                <a:spcPts val="0"/>
              </a:spcAft>
              <a:buClr>
                <a:schemeClr val="dk1"/>
              </a:buClr>
              <a:buSzPts val="1000"/>
              <a:buNone/>
              <a:defRPr sz="1000"/>
            </a:lvl4pPr>
            <a:lvl5pPr indent="-228600" lvl="4" marL="2286000" algn="l">
              <a:lnSpc>
                <a:spcPct val="12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2"/>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612648" y="548640"/>
            <a:ext cx="10515600" cy="1132258"/>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3622415" y="-1328869"/>
            <a:ext cx="4496065"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3"/>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7859174" y="2354212"/>
            <a:ext cx="5598466" cy="20470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2437312" y="-1020615"/>
            <a:ext cx="5598465" cy="8796688"/>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Clr>
                <a:schemeClr val="dk1"/>
              </a:buClr>
              <a:buSzPts val="1800"/>
              <a:buChar char="•"/>
              <a:defRPr/>
            </a:lvl1pPr>
            <a:lvl2pPr indent="-342900" lvl="1" marL="914400" algn="l">
              <a:lnSpc>
                <a:spcPct val="120000"/>
              </a:lnSpc>
              <a:spcBef>
                <a:spcPts val="500"/>
              </a:spcBef>
              <a:spcAft>
                <a:spcPts val="0"/>
              </a:spcAft>
              <a:buClr>
                <a:schemeClr val="dk1"/>
              </a:buClr>
              <a:buSzPts val="1800"/>
              <a:buChar char="•"/>
              <a:defRPr/>
            </a:lvl2pPr>
            <a:lvl3pPr indent="-342900" lvl="2" marL="1371600" algn="l">
              <a:lnSpc>
                <a:spcPct val="120000"/>
              </a:lnSpc>
              <a:spcBef>
                <a:spcPts val="500"/>
              </a:spcBef>
              <a:spcAft>
                <a:spcPts val="0"/>
              </a:spcAft>
              <a:buClr>
                <a:schemeClr val="dk1"/>
              </a:buClr>
              <a:buSzPts val="1800"/>
              <a:buChar char="•"/>
              <a:defRPr/>
            </a:lvl3pPr>
            <a:lvl4pPr indent="-342900" lvl="3" marL="1828800" algn="l">
              <a:lnSpc>
                <a:spcPct val="120000"/>
              </a:lnSpc>
              <a:spcBef>
                <a:spcPts val="500"/>
              </a:spcBef>
              <a:spcAft>
                <a:spcPts val="0"/>
              </a:spcAft>
              <a:buClr>
                <a:schemeClr val="dk1"/>
              </a:buClr>
              <a:buSzPts val="1800"/>
              <a:buChar char="•"/>
              <a:defRPr/>
            </a:lvl4pPr>
            <a:lvl5pPr indent="-342900" lvl="4" marL="2286000" algn="l">
              <a:lnSpc>
                <a:spcPct val="12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4"/>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612648" y="548640"/>
            <a:ext cx="10653578" cy="1132258"/>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612647" y="1715532"/>
            <a:ext cx="10653579" cy="459382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12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30200" lvl="2" marL="1371600" marR="0" rtl="0" algn="l">
              <a:lnSpc>
                <a:spcPct val="12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12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04800" lvl="4" marL="2286000" marR="0" rtl="0" algn="l">
              <a:lnSpc>
                <a:spcPct val="12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23"/>
          <p:cNvSpPr txBox="1"/>
          <p:nvPr>
            <p:ph idx="10" type="dt"/>
          </p:nvPr>
        </p:nvSpPr>
        <p:spPr>
          <a:xfrm>
            <a:off x="137160" y="6453002"/>
            <a:ext cx="3494314"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23"/>
          <p:cNvSpPr txBox="1"/>
          <p:nvPr>
            <p:ph idx="11" type="ftr"/>
          </p:nvPr>
        </p:nvSpPr>
        <p:spPr>
          <a:xfrm>
            <a:off x="8876521" y="6453002"/>
            <a:ext cx="2805405"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23"/>
          <p:cNvSpPr txBox="1"/>
          <p:nvPr>
            <p:ph idx="12" type="sldNum"/>
          </p:nvPr>
        </p:nvSpPr>
        <p:spPr>
          <a:xfrm>
            <a:off x="11632162" y="6453002"/>
            <a:ext cx="42920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dk1"/>
                </a:solidFill>
                <a:latin typeface="Arial"/>
                <a:ea typeface="Arial"/>
                <a:cs typeface="Arial"/>
                <a:sym typeface="Arial"/>
              </a:defRPr>
            </a:lvl1pPr>
            <a:lvl2pPr indent="0" lvl="1" marL="0" marR="0" rtl="0" algn="r">
              <a:spcBef>
                <a:spcPts val="0"/>
              </a:spcBef>
              <a:buNone/>
              <a:defRPr b="0" i="0" sz="900" u="none" cap="none" strike="noStrike">
                <a:solidFill>
                  <a:schemeClr val="dk1"/>
                </a:solidFill>
                <a:latin typeface="Arial"/>
                <a:ea typeface="Arial"/>
                <a:cs typeface="Arial"/>
                <a:sym typeface="Arial"/>
              </a:defRPr>
            </a:lvl2pPr>
            <a:lvl3pPr indent="0" lvl="2" marL="0" marR="0" rtl="0" algn="r">
              <a:spcBef>
                <a:spcPts val="0"/>
              </a:spcBef>
              <a:buNone/>
              <a:defRPr b="0" i="0" sz="900" u="none" cap="none" strike="noStrike">
                <a:solidFill>
                  <a:schemeClr val="dk1"/>
                </a:solidFill>
                <a:latin typeface="Arial"/>
                <a:ea typeface="Arial"/>
                <a:cs typeface="Arial"/>
                <a:sym typeface="Arial"/>
              </a:defRPr>
            </a:lvl3pPr>
            <a:lvl4pPr indent="0" lvl="3" marL="0" marR="0" rtl="0" algn="r">
              <a:spcBef>
                <a:spcPts val="0"/>
              </a:spcBef>
              <a:buNone/>
              <a:defRPr b="0" i="0" sz="900" u="none" cap="none" strike="noStrike">
                <a:solidFill>
                  <a:schemeClr val="dk1"/>
                </a:solidFill>
                <a:latin typeface="Arial"/>
                <a:ea typeface="Arial"/>
                <a:cs typeface="Arial"/>
                <a:sym typeface="Arial"/>
              </a:defRPr>
            </a:lvl4pPr>
            <a:lvl5pPr indent="0" lvl="4" marL="0" marR="0" rtl="0" algn="r">
              <a:spcBef>
                <a:spcPts val="0"/>
              </a:spcBef>
              <a:buNone/>
              <a:defRPr b="0" i="0" sz="900" u="none" cap="none" strike="noStrike">
                <a:solidFill>
                  <a:schemeClr val="dk1"/>
                </a:solidFill>
                <a:latin typeface="Arial"/>
                <a:ea typeface="Arial"/>
                <a:cs typeface="Arial"/>
                <a:sym typeface="Arial"/>
              </a:defRPr>
            </a:lvl5pPr>
            <a:lvl6pPr indent="0" lvl="5" marL="0" marR="0" rtl="0" algn="r">
              <a:spcBef>
                <a:spcPts val="0"/>
              </a:spcBef>
              <a:buNone/>
              <a:defRPr b="0" i="0" sz="900" u="none" cap="none" strike="noStrike">
                <a:solidFill>
                  <a:schemeClr val="dk1"/>
                </a:solidFill>
                <a:latin typeface="Arial"/>
                <a:ea typeface="Arial"/>
                <a:cs typeface="Arial"/>
                <a:sym typeface="Arial"/>
              </a:defRPr>
            </a:lvl6pPr>
            <a:lvl7pPr indent="0" lvl="6" marL="0" marR="0" rtl="0" algn="r">
              <a:spcBef>
                <a:spcPts val="0"/>
              </a:spcBef>
              <a:buNone/>
              <a:defRPr b="0" i="0" sz="900" u="none" cap="none" strike="noStrike">
                <a:solidFill>
                  <a:schemeClr val="dk1"/>
                </a:solidFill>
                <a:latin typeface="Arial"/>
                <a:ea typeface="Arial"/>
                <a:cs typeface="Arial"/>
                <a:sym typeface="Arial"/>
              </a:defRPr>
            </a:lvl7pPr>
            <a:lvl8pPr indent="0" lvl="7" marL="0" marR="0" rtl="0" algn="r">
              <a:spcBef>
                <a:spcPts val="0"/>
              </a:spcBef>
              <a:buNone/>
              <a:defRPr b="0" i="0" sz="900" u="none" cap="none" strike="noStrike">
                <a:solidFill>
                  <a:schemeClr val="dk1"/>
                </a:solidFill>
                <a:latin typeface="Arial"/>
                <a:ea typeface="Arial"/>
                <a:cs typeface="Arial"/>
                <a:sym typeface="Arial"/>
              </a:defRPr>
            </a:lvl8pPr>
            <a:lvl9pPr indent="0" lvl="8" marL="0" marR="0" rtl="0" algn="r">
              <a:spcBef>
                <a:spcPts val="0"/>
              </a:spcBef>
              <a:buNone/>
              <a:defRPr b="0"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5" name="Google Shape;85;p1"/>
          <p:cNvSpPr txBox="1"/>
          <p:nvPr>
            <p:ph type="ctrTitle"/>
          </p:nvPr>
        </p:nvSpPr>
        <p:spPr>
          <a:xfrm>
            <a:off x="697589" y="320040"/>
            <a:ext cx="9367016" cy="3892669"/>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600"/>
              <a:buFont typeface="Arial"/>
              <a:buNone/>
            </a:pPr>
            <a:r>
              <a:rPr b="1" lang="en-US" sz="4600">
                <a:latin typeface="Arial"/>
                <a:ea typeface="Arial"/>
                <a:cs typeface="Arial"/>
                <a:sym typeface="Arial"/>
              </a:rPr>
              <a:t>Proyecto de Renovación de Infraestructura </a:t>
            </a:r>
            <a:endParaRPr sz="4600"/>
          </a:p>
          <a:p>
            <a:pPr indent="0" lvl="0" marL="0" rtl="0" algn="l">
              <a:lnSpc>
                <a:spcPct val="90000"/>
              </a:lnSpc>
              <a:spcBef>
                <a:spcPts val="0"/>
              </a:spcBef>
              <a:spcAft>
                <a:spcPts val="0"/>
              </a:spcAft>
              <a:buClr>
                <a:schemeClr val="dk1"/>
              </a:buClr>
              <a:buSzPts val="4600"/>
              <a:buFont typeface="Arial"/>
              <a:buNone/>
            </a:pPr>
            <a:r>
              <a:rPr b="1" lang="en-US" sz="4600">
                <a:latin typeface="Arial"/>
                <a:ea typeface="Arial"/>
                <a:cs typeface="Arial"/>
                <a:sym typeface="Arial"/>
              </a:rPr>
              <a:t>de Red Municipalidad de Melipilla</a:t>
            </a:r>
            <a:endParaRPr sz="4600"/>
          </a:p>
        </p:txBody>
      </p:sp>
      <p:sp>
        <p:nvSpPr>
          <p:cNvPr id="86" name="Google Shape;86;p1"/>
          <p:cNvSpPr txBox="1"/>
          <p:nvPr>
            <p:ph idx="1" type="subTitle"/>
          </p:nvPr>
        </p:nvSpPr>
        <p:spPr>
          <a:xfrm>
            <a:off x="640080" y="4631161"/>
            <a:ext cx="6692827" cy="1569486"/>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800"/>
              <a:buNone/>
            </a:pPr>
            <a:r>
              <a:rPr lang="en-US"/>
              <a:t>Integrantes: Juan Tapia Galleguillos</a:t>
            </a:r>
            <a:endParaRPr/>
          </a:p>
          <a:p>
            <a:pPr indent="0" lvl="0" marL="0" rtl="0" algn="l">
              <a:lnSpc>
                <a:spcPct val="120000"/>
              </a:lnSpc>
              <a:spcBef>
                <a:spcPts val="1000"/>
              </a:spcBef>
              <a:spcAft>
                <a:spcPts val="0"/>
              </a:spcAft>
              <a:buClr>
                <a:schemeClr val="dk1"/>
              </a:buClr>
              <a:buSzPts val="1800"/>
              <a:buNone/>
            </a:pPr>
            <a:r>
              <a:rPr lang="en-US"/>
              <a:t>Lucas Huerta Cordero</a:t>
            </a:r>
            <a:endParaRPr/>
          </a:p>
          <a:p>
            <a:pPr indent="0" lvl="0" marL="0" rtl="0" algn="l">
              <a:lnSpc>
                <a:spcPct val="120000"/>
              </a:lnSpc>
              <a:spcBef>
                <a:spcPts val="1000"/>
              </a:spcBef>
              <a:spcAft>
                <a:spcPts val="0"/>
              </a:spcAft>
              <a:buClr>
                <a:schemeClr val="dk1"/>
              </a:buClr>
              <a:buSzPts val="1800"/>
              <a:buNone/>
            </a:pPr>
            <a:r>
              <a:rPr lang="en-US"/>
              <a:t>Docente: Fabian Santibañez</a:t>
            </a:r>
            <a:endParaRPr/>
          </a:p>
          <a:p>
            <a:pPr indent="0" lvl="0" marL="0" rtl="0" algn="l">
              <a:lnSpc>
                <a:spcPct val="120000"/>
              </a:lnSpc>
              <a:spcBef>
                <a:spcPts val="1000"/>
              </a:spcBef>
              <a:spcAft>
                <a:spcPts val="0"/>
              </a:spcAft>
              <a:buClr>
                <a:schemeClr val="dk1"/>
              </a:buClr>
              <a:buSzPts val="1800"/>
              <a:buNone/>
            </a:pPr>
            <a:r>
              <a:t/>
            </a:r>
            <a:endParaRPr/>
          </a:p>
        </p:txBody>
      </p:sp>
      <p:sp>
        <p:nvSpPr>
          <p:cNvPr id="87" name="Google Shape;87;p1"/>
          <p:cNvSpPr/>
          <p:nvPr/>
        </p:nvSpPr>
        <p:spPr>
          <a:xfrm>
            <a:off x="714562" y="4409267"/>
            <a:ext cx="4243589" cy="18288"/>
          </a:xfrm>
          <a:custGeom>
            <a:rect b="b" l="l" r="r" t="t"/>
            <a:pathLst>
              <a:path extrusionOk="0" fill="none" h="18288" w="4243589">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extrusionOk="0" h="18288" w="4243589">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Logotipo&#10;&#10;El contenido generado por IA puede ser incorrecto." id="88" name="Google Shape;88;p1"/>
          <p:cNvPicPr preferRelativeResize="0"/>
          <p:nvPr/>
        </p:nvPicPr>
        <p:blipFill rotWithShape="1">
          <a:blip r:embed="rId3">
            <a:alphaModFix/>
          </a:blip>
          <a:srcRect b="0" l="0" r="0" t="0"/>
          <a:stretch/>
        </p:blipFill>
        <p:spPr>
          <a:xfrm>
            <a:off x="7321469" y="4918423"/>
            <a:ext cx="4087368" cy="101162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4" name="Google Shape;94;p2"/>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5" name="Google Shape;95;p2"/>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96" name="Google Shape;96;p2"/>
          <p:cNvSpPr txBox="1"/>
          <p:nvPr>
            <p:ph type="ctrTitle"/>
          </p:nvPr>
        </p:nvSpPr>
        <p:spPr>
          <a:xfrm>
            <a:off x="190434" y="1553683"/>
            <a:ext cx="3951474" cy="97564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Arial"/>
              <a:buNone/>
            </a:pPr>
            <a:r>
              <a:rPr lang="en-US" sz="4800"/>
              <a:t>Introducción</a:t>
            </a:r>
            <a:endParaRPr/>
          </a:p>
        </p:txBody>
      </p:sp>
      <p:sp>
        <p:nvSpPr>
          <p:cNvPr id="97" name="Google Shape;97;p2"/>
          <p:cNvSpPr txBox="1"/>
          <p:nvPr>
            <p:ph idx="1" type="subTitle"/>
          </p:nvPr>
        </p:nvSpPr>
        <p:spPr>
          <a:xfrm>
            <a:off x="492358" y="2529413"/>
            <a:ext cx="4005192" cy="3307235"/>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600"/>
              <a:buNone/>
            </a:pPr>
            <a:r>
              <a:rPr lang="en-US" sz="1600"/>
              <a:t>La Ilustre Municipalidad de Melipilla enfrenta una situación crítica debido a la obsolescencia de su red de datos, diseñada hace más de una década. Esta infraestructura debe ser capaz de soportar un alto flujo de tráfico y cumplir con las normativas de ciberseguridad, con el fin de garantizar la continuidad operativa de la institución y la protección de la información que gestiona.</a:t>
            </a:r>
            <a:endParaRPr sz="1600"/>
          </a:p>
        </p:txBody>
      </p:sp>
      <p:sp>
        <p:nvSpPr>
          <p:cNvPr id="98" name="Google Shape;98;p2"/>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pic>
        <p:nvPicPr>
          <p:cNvPr descr="Municipalidad de Melipilla (@munimelipilla) / X" id="99" name="Google Shape;99;p2"/>
          <p:cNvPicPr preferRelativeResize="0"/>
          <p:nvPr/>
        </p:nvPicPr>
        <p:blipFill rotWithShape="1">
          <a:blip r:embed="rId3">
            <a:alphaModFix/>
          </a:blip>
          <a:srcRect b="0" l="0" r="0" t="0"/>
          <a:stretch/>
        </p:blipFill>
        <p:spPr>
          <a:xfrm>
            <a:off x="5891084" y="625684"/>
            <a:ext cx="5455380" cy="545538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 name="Shape 103"/>
        <p:cNvGrpSpPr/>
        <p:nvPr/>
      </p:nvGrpSpPr>
      <p:grpSpPr>
        <a:xfrm>
          <a:off x="0" y="0"/>
          <a:ext cx="0" cy="0"/>
          <a:chOff x="0" y="0"/>
          <a:chExt cx="0" cy="0"/>
        </a:xfrm>
      </p:grpSpPr>
      <p:sp>
        <p:nvSpPr>
          <p:cNvPr id="104" name="Google Shape;104;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Qué es la comunicación de análisis de datos y cómo funciona - Universidad  ORT Uruguay" id="105" name="Google Shape;105;p3"/>
          <p:cNvPicPr preferRelativeResize="0"/>
          <p:nvPr/>
        </p:nvPicPr>
        <p:blipFill rotWithShape="1">
          <a:blip r:embed="rId3">
            <a:alphaModFix/>
          </a:blip>
          <a:srcRect b="0" l="5960" r="18962" t="0"/>
          <a:stretch/>
        </p:blipFill>
        <p:spPr>
          <a:xfrm>
            <a:off x="1" y="10"/>
            <a:ext cx="6865165" cy="6857990"/>
          </a:xfrm>
          <a:custGeom>
            <a:rect b="b" l="l" r="r" t="t"/>
            <a:pathLst>
              <a:path extrusionOk="0" h="6858000" w="6865165">
                <a:moveTo>
                  <a:pt x="0" y="0"/>
                </a:moveTo>
                <a:lnTo>
                  <a:pt x="6865165" y="0"/>
                </a:lnTo>
                <a:lnTo>
                  <a:pt x="6859621" y="22952"/>
                </a:lnTo>
                <a:cubicBezTo>
                  <a:pt x="6623056" y="1069835"/>
                  <a:pt x="6492240" y="2220824"/>
                  <a:pt x="6492240" y="3429001"/>
                </a:cubicBezTo>
                <a:cubicBezTo>
                  <a:pt x="6492240" y="4637179"/>
                  <a:pt x="6623056" y="5788167"/>
                  <a:pt x="6859621" y="6835050"/>
                </a:cubicBezTo>
                <a:lnTo>
                  <a:pt x="6865165" y="6858000"/>
                </a:lnTo>
                <a:lnTo>
                  <a:pt x="0" y="6858000"/>
                </a:lnTo>
                <a:close/>
              </a:path>
            </a:pathLst>
          </a:custGeom>
          <a:noFill/>
          <a:ln>
            <a:noFill/>
          </a:ln>
        </p:spPr>
      </p:pic>
      <p:sp>
        <p:nvSpPr>
          <p:cNvPr id="106" name="Google Shape;106;p3"/>
          <p:cNvSpPr/>
          <p:nvPr/>
        </p:nvSpPr>
        <p:spPr>
          <a:xfrm>
            <a:off x="6492240" y="0"/>
            <a:ext cx="5699760" cy="6858000"/>
          </a:xfrm>
          <a:custGeom>
            <a:rect b="b" l="l" r="r" t="t"/>
            <a:pathLst>
              <a:path extrusionOk="0" h="6858000" w="5588548">
                <a:moveTo>
                  <a:pt x="365648" y="0"/>
                </a:moveTo>
                <a:lnTo>
                  <a:pt x="5588548" y="0"/>
                </a:lnTo>
                <a:lnTo>
                  <a:pt x="5588548" y="6858000"/>
                </a:lnTo>
                <a:lnTo>
                  <a:pt x="365648" y="6858000"/>
                </a:lnTo>
                <a:lnTo>
                  <a:pt x="360213" y="6835050"/>
                </a:lnTo>
                <a:cubicBezTo>
                  <a:pt x="128263" y="5788167"/>
                  <a:pt x="0" y="4637179"/>
                  <a:pt x="0" y="3429001"/>
                </a:cubicBezTo>
                <a:cubicBezTo>
                  <a:pt x="0" y="2220824"/>
                  <a:pt x="128263" y="1069835"/>
                  <a:pt x="360213" y="22952"/>
                </a:cubicBezTo>
                <a:close/>
              </a:path>
            </a:pathLst>
          </a:custGeom>
          <a:solidFill>
            <a:schemeClr val="lt1"/>
          </a:solidFill>
          <a:ln cap="flat" cmpd="sng" w="9525">
            <a:solidFill>
              <a:srgbClr val="EFEFEF"/>
            </a:solidFill>
            <a:prstDash val="solid"/>
            <a:miter lim="800000"/>
            <a:headEnd len="sm" w="sm" type="none"/>
            <a:tailEnd len="sm" w="sm" type="none"/>
          </a:ln>
          <a:effectLst>
            <a:outerShdw blurRad="50800" rotWithShape="0" algn="r" dir="10800000" dist="38100">
              <a:srgbClr val="D8D8D8">
                <a:alpha val="2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p3"/>
          <p:cNvSpPr/>
          <p:nvPr/>
        </p:nvSpPr>
        <p:spPr>
          <a:xfrm>
            <a:off x="6501384" y="0"/>
            <a:ext cx="5690616" cy="6858000"/>
          </a:xfrm>
          <a:custGeom>
            <a:rect b="b" l="l" r="r" t="t"/>
            <a:pathLst>
              <a:path extrusionOk="0" h="6858000" w="5690616">
                <a:moveTo>
                  <a:pt x="372925" y="0"/>
                </a:moveTo>
                <a:lnTo>
                  <a:pt x="5690616" y="0"/>
                </a:lnTo>
                <a:lnTo>
                  <a:pt x="5690616" y="6858000"/>
                </a:lnTo>
                <a:lnTo>
                  <a:pt x="372925" y="6858000"/>
                </a:lnTo>
                <a:lnTo>
                  <a:pt x="367381" y="6835050"/>
                </a:lnTo>
                <a:cubicBezTo>
                  <a:pt x="130816" y="5788167"/>
                  <a:pt x="0" y="4637179"/>
                  <a:pt x="0" y="3429001"/>
                </a:cubicBezTo>
                <a:cubicBezTo>
                  <a:pt x="0" y="2220824"/>
                  <a:pt x="130816" y="1069835"/>
                  <a:pt x="367381" y="2295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 name="Google Shape;108;p3"/>
          <p:cNvSpPr txBox="1"/>
          <p:nvPr>
            <p:ph type="ctrTitle"/>
          </p:nvPr>
        </p:nvSpPr>
        <p:spPr>
          <a:xfrm>
            <a:off x="7255564" y="914400"/>
            <a:ext cx="4485861" cy="110655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lang="en-US" sz="3200"/>
              <a:t>Análisis del caso</a:t>
            </a:r>
            <a:endParaRPr/>
          </a:p>
        </p:txBody>
      </p:sp>
      <p:sp>
        <p:nvSpPr>
          <p:cNvPr id="109" name="Google Shape;109;p3"/>
          <p:cNvSpPr/>
          <p:nvPr/>
        </p:nvSpPr>
        <p:spPr>
          <a:xfrm rot="5400000">
            <a:off x="7542239" y="387939"/>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0" name="Google Shape;110;p3"/>
          <p:cNvSpPr/>
          <p:nvPr/>
        </p:nvSpPr>
        <p:spPr>
          <a:xfrm>
            <a:off x="7304495" y="2182390"/>
            <a:ext cx="438912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1" name="Google Shape;111;p3"/>
          <p:cNvSpPr txBox="1"/>
          <p:nvPr>
            <p:ph idx="1" type="subTitle"/>
          </p:nvPr>
        </p:nvSpPr>
        <p:spPr>
          <a:xfrm>
            <a:off x="7255563" y="2440100"/>
            <a:ext cx="4485861" cy="383480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500"/>
              <a:buNone/>
            </a:pPr>
            <a:r>
              <a:rPr lang="en-US" sz="1500"/>
              <a:t>Actualmente la Municipalidad de Melipilla cuenta con las siguientes problemáticas:</a:t>
            </a:r>
            <a:endParaRPr/>
          </a:p>
          <a:p>
            <a:pPr indent="-228600" lvl="0" marL="285750" rtl="0" algn="l">
              <a:lnSpc>
                <a:spcPct val="90000"/>
              </a:lnSpc>
              <a:spcBef>
                <a:spcPts val="1000"/>
              </a:spcBef>
              <a:spcAft>
                <a:spcPts val="0"/>
              </a:spcAft>
              <a:buClr>
                <a:schemeClr val="dk1"/>
              </a:buClr>
              <a:buSzPts val="1500"/>
              <a:buFont typeface="Arial"/>
              <a:buChar char="•"/>
            </a:pPr>
            <a:r>
              <a:rPr lang="en-US" sz="1500"/>
              <a:t>E no cumplimiento de la Ley Marco de Ciberseguridad(Ley N°21.663).</a:t>
            </a:r>
            <a:endParaRPr/>
          </a:p>
          <a:p>
            <a:pPr indent="-228600" lvl="0" marL="285750" rtl="0" algn="l">
              <a:lnSpc>
                <a:spcPct val="90000"/>
              </a:lnSpc>
              <a:spcBef>
                <a:spcPts val="1000"/>
              </a:spcBef>
              <a:spcAft>
                <a:spcPts val="0"/>
              </a:spcAft>
              <a:buClr>
                <a:schemeClr val="dk1"/>
              </a:buClr>
              <a:buSzPts val="1500"/>
              <a:buFont typeface="Arial"/>
              <a:buChar char="•"/>
            </a:pPr>
            <a:r>
              <a:rPr lang="en-US" sz="1500"/>
              <a:t>Para 2027 necesitan implementar la Ley de Transformación Digital.( Ley N°21.180)</a:t>
            </a:r>
            <a:endParaRPr/>
          </a:p>
          <a:p>
            <a:pPr indent="-228600" lvl="0" marL="285750" rtl="0" algn="l">
              <a:lnSpc>
                <a:spcPct val="90000"/>
              </a:lnSpc>
              <a:spcBef>
                <a:spcPts val="1000"/>
              </a:spcBef>
              <a:spcAft>
                <a:spcPts val="0"/>
              </a:spcAft>
              <a:buClr>
                <a:schemeClr val="dk1"/>
              </a:buClr>
              <a:buSzPts val="1500"/>
              <a:buFont typeface="Arial"/>
              <a:buChar char="•"/>
            </a:pPr>
            <a:r>
              <a:rPr lang="en-US" sz="1500"/>
              <a:t>Problemas recurrentes de conectividad.</a:t>
            </a:r>
            <a:endParaRPr/>
          </a:p>
          <a:p>
            <a:pPr indent="-228600" lvl="0" marL="285750" rtl="0" algn="l">
              <a:lnSpc>
                <a:spcPct val="90000"/>
              </a:lnSpc>
              <a:spcBef>
                <a:spcPts val="1000"/>
              </a:spcBef>
              <a:spcAft>
                <a:spcPts val="0"/>
              </a:spcAft>
              <a:buClr>
                <a:schemeClr val="dk1"/>
              </a:buClr>
              <a:buSzPts val="1500"/>
              <a:buFont typeface="Arial"/>
              <a:buChar char="•"/>
            </a:pPr>
            <a:r>
              <a:rPr lang="en-US" sz="1500"/>
              <a:t>Ausencia de seguridad en los puertos de red.</a:t>
            </a:r>
            <a:endParaRPr/>
          </a:p>
          <a:p>
            <a:pPr indent="-228600" lvl="0" marL="285750" rtl="0" algn="l">
              <a:lnSpc>
                <a:spcPct val="90000"/>
              </a:lnSpc>
              <a:spcBef>
                <a:spcPts val="1000"/>
              </a:spcBef>
              <a:spcAft>
                <a:spcPts val="0"/>
              </a:spcAft>
              <a:buClr>
                <a:schemeClr val="dk1"/>
              </a:buClr>
              <a:buSzPts val="1500"/>
              <a:buFont typeface="Arial"/>
              <a:buChar char="•"/>
            </a:pPr>
            <a:r>
              <a:rPr lang="en-US" sz="1500"/>
              <a:t>Segmentación de red inadecuada.</a:t>
            </a:r>
            <a:endParaRPr/>
          </a:p>
          <a:p>
            <a:pPr indent="-228600" lvl="0" marL="285750" rtl="0" algn="l">
              <a:lnSpc>
                <a:spcPct val="90000"/>
              </a:lnSpc>
              <a:spcBef>
                <a:spcPts val="1000"/>
              </a:spcBef>
              <a:spcAft>
                <a:spcPts val="0"/>
              </a:spcAft>
              <a:buClr>
                <a:schemeClr val="dk1"/>
              </a:buClr>
              <a:buSzPts val="1500"/>
              <a:buFont typeface="Arial"/>
              <a:buChar char="•"/>
            </a:pPr>
            <a:r>
              <a:rPr lang="en-US" sz="1500"/>
              <a:t>Uso de direccionamiento IP estático.</a:t>
            </a:r>
            <a:endParaRPr/>
          </a:p>
          <a:p>
            <a:pPr indent="-228600" lvl="0" marL="285750" rtl="0" algn="l">
              <a:lnSpc>
                <a:spcPct val="90000"/>
              </a:lnSpc>
              <a:spcBef>
                <a:spcPts val="1000"/>
              </a:spcBef>
              <a:spcAft>
                <a:spcPts val="0"/>
              </a:spcAft>
              <a:buClr>
                <a:schemeClr val="dk1"/>
              </a:buClr>
              <a:buSzPts val="1500"/>
              <a:buFont typeface="Arial"/>
              <a:buChar char="•"/>
            </a:pPr>
            <a:r>
              <a:rPr lang="en-US" sz="1500"/>
              <a:t>Cableado desorganizado, sin etiquetado ni funcionalidad definida.</a:t>
            </a:r>
            <a:endParaRPr/>
          </a:p>
          <a:p>
            <a:pPr indent="95250" lvl="0" marL="0" rtl="0" algn="l">
              <a:lnSpc>
                <a:spcPct val="90000"/>
              </a:lnSpc>
              <a:spcBef>
                <a:spcPts val="1000"/>
              </a:spcBef>
              <a:spcAft>
                <a:spcPts val="0"/>
              </a:spcAft>
              <a:buClr>
                <a:schemeClr val="dk1"/>
              </a:buClr>
              <a:buSzPts val="1500"/>
              <a:buFont typeface="Arial"/>
              <a:buNone/>
            </a:pPr>
            <a:r>
              <a:t/>
            </a:r>
            <a:endParaRPr sz="1500"/>
          </a:p>
          <a:p>
            <a:pPr indent="95250" lvl="0" marL="0" rtl="0" algn="l">
              <a:lnSpc>
                <a:spcPct val="90000"/>
              </a:lnSpc>
              <a:spcBef>
                <a:spcPts val="1000"/>
              </a:spcBef>
              <a:spcAft>
                <a:spcPts val="0"/>
              </a:spcAft>
              <a:buClr>
                <a:schemeClr val="dk1"/>
              </a:buClr>
              <a:buSzPts val="1500"/>
              <a:buFont typeface="Arial"/>
              <a:buNone/>
            </a:pPr>
            <a:r>
              <a:t/>
            </a:r>
            <a:endParaRPr sz="1500"/>
          </a:p>
          <a:p>
            <a:pPr indent="95250" lvl="0" marL="0" rtl="0" algn="l">
              <a:lnSpc>
                <a:spcPct val="90000"/>
              </a:lnSpc>
              <a:spcBef>
                <a:spcPts val="1000"/>
              </a:spcBef>
              <a:spcAft>
                <a:spcPts val="0"/>
              </a:spcAft>
              <a:buClr>
                <a:schemeClr val="dk1"/>
              </a:buClr>
              <a:buSzPts val="1500"/>
              <a:buFont typeface="Arial"/>
              <a:buNone/>
            </a:pPr>
            <a:r>
              <a:t/>
            </a:r>
            <a:endParaRPr sz="1500"/>
          </a:p>
          <a:p>
            <a:pPr indent="95250" lvl="0" marL="0" rtl="0" algn="l">
              <a:lnSpc>
                <a:spcPct val="90000"/>
              </a:lnSpc>
              <a:spcBef>
                <a:spcPts val="1000"/>
              </a:spcBef>
              <a:spcAft>
                <a:spcPts val="0"/>
              </a:spcAft>
              <a:buClr>
                <a:schemeClr val="dk1"/>
              </a:buClr>
              <a:buSzPts val="1500"/>
              <a:buFont typeface="Arial"/>
              <a:buNone/>
            </a:pPr>
            <a:r>
              <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 name="Shape 115"/>
        <p:cNvGrpSpPr/>
        <p:nvPr/>
      </p:nvGrpSpPr>
      <p:grpSpPr>
        <a:xfrm>
          <a:off x="0" y="0"/>
          <a:ext cx="0" cy="0"/>
          <a:chOff x="0" y="0"/>
          <a:chExt cx="0" cy="0"/>
        </a:xfrm>
      </p:grpSpPr>
      <p:sp>
        <p:nvSpPr>
          <p:cNvPr id="116" name="Google Shape;116;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7" name="Google Shape;117;p4"/>
          <p:cNvSpPr txBox="1"/>
          <p:nvPr>
            <p:ph type="ctrTitle"/>
          </p:nvPr>
        </p:nvSpPr>
        <p:spPr>
          <a:xfrm>
            <a:off x="638881" y="417576"/>
            <a:ext cx="10909640" cy="124939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6600"/>
              <a:buFont typeface="Arial"/>
              <a:buNone/>
            </a:pPr>
            <a:r>
              <a:rPr lang="en-US" sz="6600"/>
              <a:t>Topología lógica actual</a:t>
            </a:r>
            <a:endParaRPr/>
          </a:p>
        </p:txBody>
      </p:sp>
      <p:sp>
        <p:nvSpPr>
          <p:cNvPr id="118" name="Google Shape;118;p4"/>
          <p:cNvSpPr/>
          <p:nvPr/>
        </p:nvSpPr>
        <p:spPr>
          <a:xfrm>
            <a:off x="3807702" y="1733454"/>
            <a:ext cx="4572000" cy="18288"/>
          </a:xfrm>
          <a:custGeom>
            <a:rect b="b" l="l" r="r" t="t"/>
            <a:pathLst>
              <a:path extrusionOk="0" fill="none" h="18288" w="457200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extrusionOk="0" h="18288" w="457200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19" name="Google Shape;119;p4"/>
          <p:cNvPicPr preferRelativeResize="0"/>
          <p:nvPr/>
        </p:nvPicPr>
        <p:blipFill rotWithShape="1">
          <a:blip r:embed="rId3">
            <a:alphaModFix/>
          </a:blip>
          <a:srcRect b="0" l="0" r="0" t="0"/>
          <a:stretch/>
        </p:blipFill>
        <p:spPr>
          <a:xfrm>
            <a:off x="0" y="2170039"/>
            <a:ext cx="12192000" cy="441573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 name="Shape 123"/>
        <p:cNvGrpSpPr/>
        <p:nvPr/>
      </p:nvGrpSpPr>
      <p:grpSpPr>
        <a:xfrm>
          <a:off x="0" y="0"/>
          <a:ext cx="0" cy="0"/>
          <a:chOff x="0" y="0"/>
          <a:chExt cx="0" cy="0"/>
        </a:xfrm>
      </p:grpSpPr>
      <p:sp>
        <p:nvSpPr>
          <p:cNvPr id="124" name="Google Shape;124;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La Transformación Digital es para todos?" id="125" name="Google Shape;125;p5"/>
          <p:cNvPicPr preferRelativeResize="0"/>
          <p:nvPr/>
        </p:nvPicPr>
        <p:blipFill rotWithShape="1">
          <a:blip r:embed="rId3">
            <a:alphaModFix/>
          </a:blip>
          <a:srcRect b="2" l="0" r="22030" t="0"/>
          <a:stretch/>
        </p:blipFill>
        <p:spPr>
          <a:xfrm>
            <a:off x="3242695" y="10"/>
            <a:ext cx="8949307" cy="6857990"/>
          </a:xfrm>
          <a:custGeom>
            <a:rect b="b" l="l" r="r" t="t"/>
            <a:pathLst>
              <a:path extrusionOk="0" h="6858000" w="8949307">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a:noFill/>
          <a:ln>
            <a:noFill/>
          </a:ln>
        </p:spPr>
      </p:pic>
      <p:sp>
        <p:nvSpPr>
          <p:cNvPr id="126" name="Google Shape;126;p5"/>
          <p:cNvSpPr/>
          <p:nvPr/>
        </p:nvSpPr>
        <p:spPr>
          <a:xfrm>
            <a:off x="-1" y="0"/>
            <a:ext cx="4455673" cy="6858000"/>
          </a:xfrm>
          <a:custGeom>
            <a:rect b="b" l="l" r="r" t="t"/>
            <a:pathLst>
              <a:path extrusionOk="0" h="6858000" w="4455673">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solidFill>
            <a:schemeClr val="lt1"/>
          </a:solidFill>
          <a:ln cap="flat" cmpd="sng" w="9525">
            <a:solidFill>
              <a:srgbClr val="D5D5D5"/>
            </a:solidFill>
            <a:prstDash val="solid"/>
            <a:miter lim="800000"/>
            <a:headEnd len="sm" w="sm" type="none"/>
            <a:tailEnd len="sm" w="sm" type="none"/>
          </a:ln>
          <a:effectLst>
            <a:outerShdw blurRad="50800" rotWithShape="0" algn="l" dist="38100">
              <a:srgbClr val="D8D8D8">
                <a:alpha val="2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7" name="Google Shape;127;p5"/>
          <p:cNvSpPr/>
          <p:nvPr/>
        </p:nvSpPr>
        <p:spPr>
          <a:xfrm>
            <a:off x="0" y="0"/>
            <a:ext cx="4446529" cy="6858000"/>
          </a:xfrm>
          <a:custGeom>
            <a:rect b="b" l="l" r="r" t="t"/>
            <a:pathLst>
              <a:path extrusionOk="0" h="6858000" w="4446529">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28" name="Google Shape;128;p5"/>
          <p:cNvSpPr txBox="1"/>
          <p:nvPr>
            <p:ph type="ctrTitle"/>
          </p:nvPr>
        </p:nvSpPr>
        <p:spPr>
          <a:xfrm>
            <a:off x="371094" y="1161288"/>
            <a:ext cx="3438144" cy="112572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lang="en-US" sz="2800"/>
              <a:t>Propuesta de mejora</a:t>
            </a:r>
            <a:endParaRPr/>
          </a:p>
        </p:txBody>
      </p:sp>
      <p:sp>
        <p:nvSpPr>
          <p:cNvPr id="129" name="Google Shape;129;p5"/>
          <p:cNvSpPr/>
          <p:nvPr/>
        </p:nvSpPr>
        <p:spPr>
          <a:xfrm rot="5400000">
            <a:off x="662559" y="605790"/>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0" name="Google Shape;130;p5"/>
          <p:cNvSpPr/>
          <p:nvPr/>
        </p:nvSpPr>
        <p:spPr>
          <a:xfrm>
            <a:off x="428244" y="2443480"/>
            <a:ext cx="33375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31" name="Google Shape;131;p5"/>
          <p:cNvSpPr txBox="1"/>
          <p:nvPr>
            <p:ph idx="1" type="subTitle"/>
          </p:nvPr>
        </p:nvSpPr>
        <p:spPr>
          <a:xfrm>
            <a:off x="371094" y="2718054"/>
            <a:ext cx="3438906" cy="3207258"/>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None/>
            </a:pPr>
            <a:r>
              <a:rPr lang="en-US" sz="1300"/>
              <a:t>Se </a:t>
            </a:r>
            <a:r>
              <a:rPr lang="en-US" sz="1300"/>
              <a:t>cambiarán</a:t>
            </a:r>
            <a:r>
              <a:rPr lang="en-US" sz="1300"/>
              <a:t> los equipos de red actuales y se harán nuevos troncales de fibra óptica.</a:t>
            </a:r>
            <a:endParaRPr/>
          </a:p>
          <a:p>
            <a:pPr indent="0" lvl="0" marL="0" rtl="0" algn="l">
              <a:lnSpc>
                <a:spcPct val="90000"/>
              </a:lnSpc>
              <a:spcBef>
                <a:spcPts val="1000"/>
              </a:spcBef>
              <a:spcAft>
                <a:spcPts val="0"/>
              </a:spcAft>
              <a:buNone/>
            </a:pPr>
            <a:r>
              <a:rPr lang="en-US" sz="1300"/>
              <a:t>Se </a:t>
            </a:r>
            <a:r>
              <a:rPr lang="en-US" sz="1300"/>
              <a:t>cambiará</a:t>
            </a:r>
            <a:r>
              <a:rPr lang="en-US" sz="1300"/>
              <a:t> cableado UTP y se etiquetara.</a:t>
            </a:r>
            <a:endParaRPr/>
          </a:p>
          <a:p>
            <a:pPr indent="0" lvl="0" marL="0" rtl="0" algn="l">
              <a:lnSpc>
                <a:spcPct val="90000"/>
              </a:lnSpc>
              <a:spcBef>
                <a:spcPts val="1000"/>
              </a:spcBef>
              <a:spcAft>
                <a:spcPts val="0"/>
              </a:spcAft>
              <a:buNone/>
            </a:pPr>
            <a:r>
              <a:rPr lang="en-US" sz="1300"/>
              <a:t>Se agregara servidor DHCP.</a:t>
            </a:r>
            <a:endParaRPr/>
          </a:p>
          <a:p>
            <a:pPr indent="0" lvl="0" marL="0" rtl="0" algn="l">
              <a:lnSpc>
                <a:spcPct val="90000"/>
              </a:lnSpc>
              <a:spcBef>
                <a:spcPts val="1000"/>
              </a:spcBef>
              <a:spcAft>
                <a:spcPts val="0"/>
              </a:spcAft>
              <a:buNone/>
            </a:pPr>
            <a:r>
              <a:rPr lang="en-US" sz="1300"/>
              <a:t>Se </a:t>
            </a:r>
            <a:r>
              <a:rPr lang="en-US" sz="1300"/>
              <a:t>agrega</a:t>
            </a:r>
            <a:r>
              <a:rPr lang="en-US" sz="1300"/>
              <a:t> seguridad a los puertos de acceso y segmentación en la red.</a:t>
            </a:r>
            <a:endParaRPr/>
          </a:p>
          <a:p>
            <a:pPr indent="0" lvl="0" marL="0" rtl="0" algn="l">
              <a:lnSpc>
                <a:spcPct val="90000"/>
              </a:lnSpc>
              <a:spcBef>
                <a:spcPts val="1000"/>
              </a:spcBef>
              <a:spcAft>
                <a:spcPts val="0"/>
              </a:spcAft>
              <a:buNone/>
            </a:pPr>
            <a:r>
              <a:rPr lang="en-US" sz="1300"/>
              <a:t>Se </a:t>
            </a:r>
            <a:r>
              <a:rPr lang="en-US" sz="1300"/>
              <a:t>tomarán</a:t>
            </a:r>
            <a:r>
              <a:rPr lang="en-US" sz="1300"/>
              <a:t> medidas para dar cumplimiento a la Ley Marco.</a:t>
            </a:r>
            <a:endParaRPr/>
          </a:p>
          <a:p>
            <a:pPr indent="0" lvl="0" marL="0" rtl="0" algn="l">
              <a:lnSpc>
                <a:spcPct val="90000"/>
              </a:lnSpc>
              <a:spcBef>
                <a:spcPts val="1000"/>
              </a:spcBef>
              <a:spcAft>
                <a:spcPts val="0"/>
              </a:spcAft>
              <a:buNone/>
            </a:pPr>
            <a:r>
              <a:rPr lang="en-US" sz="1300"/>
              <a:t>Sistema de monitoreo y  sincronización de eventos.</a:t>
            </a:r>
            <a:endParaRPr/>
          </a:p>
          <a:p>
            <a:pPr indent="0" lvl="0" marL="0" rtl="0" algn="l">
              <a:lnSpc>
                <a:spcPct val="90000"/>
              </a:lnSpc>
              <a:spcBef>
                <a:spcPts val="1000"/>
              </a:spcBef>
              <a:spcAft>
                <a:spcPts val="0"/>
              </a:spcAft>
              <a:buNone/>
            </a:pPr>
            <a:r>
              <a:rPr lang="en-US" sz="1300"/>
              <a:t>Redundancia en la red.</a:t>
            </a:r>
            <a:endParaRPr/>
          </a:p>
          <a:p>
            <a:pPr indent="82550" lvl="0" marL="0" rtl="0" algn="l">
              <a:lnSpc>
                <a:spcPct val="90000"/>
              </a:lnSpc>
              <a:spcBef>
                <a:spcPts val="1000"/>
              </a:spcBef>
              <a:spcAft>
                <a:spcPts val="0"/>
              </a:spcAft>
              <a:buClr>
                <a:schemeClr val="dk1"/>
              </a:buClr>
              <a:buSzPts val="1300"/>
              <a:buFont typeface="Arial"/>
              <a:buNone/>
            </a:pPr>
            <a:r>
              <a:t/>
            </a:r>
            <a:endParaRPr sz="1300"/>
          </a:p>
          <a:p>
            <a:pPr indent="82550" lvl="0" marL="0" rtl="0" algn="l">
              <a:lnSpc>
                <a:spcPct val="90000"/>
              </a:lnSpc>
              <a:spcBef>
                <a:spcPts val="1000"/>
              </a:spcBef>
              <a:spcAft>
                <a:spcPts val="0"/>
              </a:spcAft>
              <a:buClr>
                <a:schemeClr val="dk1"/>
              </a:buClr>
              <a:buSzPts val="1300"/>
              <a:buFont typeface="Arial"/>
              <a:buNone/>
            </a:pPr>
            <a:r>
              <a:t/>
            </a:r>
            <a:endParaRPr sz="1300"/>
          </a:p>
          <a:p>
            <a:pPr indent="82550" lvl="0" marL="0" rtl="0" algn="l">
              <a:lnSpc>
                <a:spcPct val="90000"/>
              </a:lnSpc>
              <a:spcBef>
                <a:spcPts val="1000"/>
              </a:spcBef>
              <a:spcAft>
                <a:spcPts val="0"/>
              </a:spcAft>
              <a:buClr>
                <a:schemeClr val="dk1"/>
              </a:buClr>
              <a:buSzPts val="1300"/>
              <a:buFont typeface="Arial"/>
              <a:buNone/>
            </a:pPr>
            <a:r>
              <a:t/>
            </a:r>
            <a:endParaRPr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7" name="Google Shape;137;p6"/>
          <p:cNvSpPr txBox="1"/>
          <p:nvPr>
            <p:ph type="ctrTitle"/>
          </p:nvPr>
        </p:nvSpPr>
        <p:spPr>
          <a:xfrm>
            <a:off x="638875" y="417575"/>
            <a:ext cx="10208100" cy="87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rial"/>
              <a:buNone/>
            </a:pPr>
            <a:r>
              <a:rPr lang="en-US" sz="5100"/>
              <a:t>Topología lógica de red propuesta</a:t>
            </a:r>
            <a:endParaRPr/>
          </a:p>
        </p:txBody>
      </p:sp>
      <p:sp>
        <p:nvSpPr>
          <p:cNvPr id="138" name="Google Shape;138;p6"/>
          <p:cNvSpPr/>
          <p:nvPr/>
        </p:nvSpPr>
        <p:spPr>
          <a:xfrm>
            <a:off x="3807702" y="1733454"/>
            <a:ext cx="4572000" cy="18288"/>
          </a:xfrm>
          <a:custGeom>
            <a:rect b="b" l="l" r="r" t="t"/>
            <a:pathLst>
              <a:path extrusionOk="0" fill="none" h="18288" w="457200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extrusionOk="0" h="18288" w="457200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39" name="Google Shape;139;p6" title="IMPRIMIL.png"/>
          <p:cNvPicPr preferRelativeResize="0"/>
          <p:nvPr/>
        </p:nvPicPr>
        <p:blipFill>
          <a:blip r:embed="rId3">
            <a:alphaModFix/>
          </a:blip>
          <a:stretch>
            <a:fillRect/>
          </a:stretch>
        </p:blipFill>
        <p:spPr>
          <a:xfrm>
            <a:off x="2350" y="2076150"/>
            <a:ext cx="12373673" cy="3492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 name="Shape 143"/>
        <p:cNvGrpSpPr/>
        <p:nvPr/>
      </p:nvGrpSpPr>
      <p:grpSpPr>
        <a:xfrm>
          <a:off x="0" y="0"/>
          <a:ext cx="0" cy="0"/>
          <a:chOff x="0" y="0"/>
          <a:chExt cx="0" cy="0"/>
        </a:xfrm>
      </p:grpSpPr>
      <p:sp>
        <p:nvSpPr>
          <p:cNvPr id="144" name="Google Shape;144;g36f2743f09b_0_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5" name="Google Shape;145;g36f2743f09b_0_3"/>
          <p:cNvSpPr txBox="1"/>
          <p:nvPr>
            <p:ph type="ctrTitle"/>
          </p:nvPr>
        </p:nvSpPr>
        <p:spPr>
          <a:xfrm>
            <a:off x="638875" y="417575"/>
            <a:ext cx="10208100" cy="87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rial"/>
              <a:buNone/>
            </a:pPr>
            <a:r>
              <a:rPr lang="en-US" sz="5100"/>
              <a:t>Topología lógica de red propuesta</a:t>
            </a:r>
            <a:endParaRPr/>
          </a:p>
        </p:txBody>
      </p:sp>
      <p:sp>
        <p:nvSpPr>
          <p:cNvPr id="146" name="Google Shape;146;g36f2743f09b_0_3"/>
          <p:cNvSpPr/>
          <p:nvPr/>
        </p:nvSpPr>
        <p:spPr>
          <a:xfrm>
            <a:off x="3807702" y="1428654"/>
            <a:ext cx="4572000" cy="18288"/>
          </a:xfrm>
          <a:custGeom>
            <a:rect b="b" l="l" r="r" t="t"/>
            <a:pathLst>
              <a:path extrusionOk="0" fill="none" h="18288" w="457200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extrusionOk="0" h="18288" w="457200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47" name="Google Shape;147;g36f2743f09b_0_3"/>
          <p:cNvPicPr preferRelativeResize="0"/>
          <p:nvPr/>
        </p:nvPicPr>
        <p:blipFill>
          <a:blip r:embed="rId3">
            <a:alphaModFix/>
          </a:blip>
          <a:stretch>
            <a:fillRect/>
          </a:stretch>
        </p:blipFill>
        <p:spPr>
          <a:xfrm>
            <a:off x="1644075" y="1526900"/>
            <a:ext cx="8610701" cy="4999075"/>
          </a:xfrm>
          <a:prstGeom prst="rect">
            <a:avLst/>
          </a:prstGeom>
          <a:solidFill>
            <a:schemeClr val="lt1"/>
          </a:solid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sp>
        <p:nvSpPr>
          <p:cNvPr id="152" name="Google Shape;152;g36f2743f09b_0_11"/>
          <p:cNvSpPr/>
          <p:nvPr/>
        </p:nvSpPr>
        <p:spPr>
          <a:xfrm>
            <a:off x="0" y="-7620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3" name="Google Shape;153;g36f2743f09b_0_11"/>
          <p:cNvSpPr txBox="1"/>
          <p:nvPr>
            <p:ph type="ctrTitle"/>
          </p:nvPr>
        </p:nvSpPr>
        <p:spPr>
          <a:xfrm>
            <a:off x="638875" y="417575"/>
            <a:ext cx="10208100" cy="87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rial"/>
              <a:buNone/>
            </a:pPr>
            <a:r>
              <a:rPr lang="en-US" sz="5100"/>
              <a:t>Topología lógica de red propuesta</a:t>
            </a:r>
            <a:endParaRPr/>
          </a:p>
        </p:txBody>
      </p:sp>
      <p:sp>
        <p:nvSpPr>
          <p:cNvPr id="154" name="Google Shape;154;g36f2743f09b_0_11"/>
          <p:cNvSpPr/>
          <p:nvPr/>
        </p:nvSpPr>
        <p:spPr>
          <a:xfrm>
            <a:off x="3807702" y="1428654"/>
            <a:ext cx="4572000" cy="18288"/>
          </a:xfrm>
          <a:custGeom>
            <a:rect b="b" l="l" r="r" t="t"/>
            <a:pathLst>
              <a:path extrusionOk="0" fill="none" h="18288" w="457200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extrusionOk="0" h="18288" w="457200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55" name="Google Shape;155;g36f2743f09b_0_11"/>
          <p:cNvPicPr preferRelativeResize="0"/>
          <p:nvPr/>
        </p:nvPicPr>
        <p:blipFill>
          <a:blip r:embed="rId3">
            <a:alphaModFix/>
          </a:blip>
          <a:stretch>
            <a:fillRect/>
          </a:stretch>
        </p:blipFill>
        <p:spPr>
          <a:xfrm>
            <a:off x="376000" y="4760625"/>
            <a:ext cx="11440201" cy="1510525"/>
          </a:xfrm>
          <a:prstGeom prst="rect">
            <a:avLst/>
          </a:prstGeom>
          <a:solidFill>
            <a:schemeClr val="lt1"/>
          </a:solidFill>
          <a:ln>
            <a:noFill/>
          </a:ln>
        </p:spPr>
      </p:pic>
      <p:pic>
        <p:nvPicPr>
          <p:cNvPr id="156" name="Google Shape;156;g36f2743f09b_0_11"/>
          <p:cNvPicPr preferRelativeResize="0"/>
          <p:nvPr/>
        </p:nvPicPr>
        <p:blipFill>
          <a:blip r:embed="rId4">
            <a:alphaModFix/>
          </a:blip>
          <a:stretch>
            <a:fillRect/>
          </a:stretch>
        </p:blipFill>
        <p:spPr>
          <a:xfrm>
            <a:off x="376000" y="1952725"/>
            <a:ext cx="4142750" cy="2624100"/>
          </a:xfrm>
          <a:prstGeom prst="rect">
            <a:avLst/>
          </a:prstGeom>
          <a:solidFill>
            <a:schemeClr val="lt1"/>
          </a:solidFill>
          <a:ln>
            <a:noFill/>
          </a:ln>
        </p:spPr>
      </p:pic>
      <p:pic>
        <p:nvPicPr>
          <p:cNvPr id="157" name="Google Shape;157;g36f2743f09b_0_11"/>
          <p:cNvPicPr preferRelativeResize="0"/>
          <p:nvPr/>
        </p:nvPicPr>
        <p:blipFill>
          <a:blip r:embed="rId5">
            <a:alphaModFix/>
          </a:blip>
          <a:stretch>
            <a:fillRect/>
          </a:stretch>
        </p:blipFill>
        <p:spPr>
          <a:xfrm>
            <a:off x="7538300" y="1952725"/>
            <a:ext cx="4277901" cy="2670200"/>
          </a:xfrm>
          <a:prstGeom prst="rect">
            <a:avLst/>
          </a:prstGeom>
          <a:solidFill>
            <a:schemeClr val="lt1"/>
          </a:solid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Protocolos de red by adrian verdugo on Prezi" id="163" name="Google Shape;163;p7"/>
          <p:cNvPicPr preferRelativeResize="0"/>
          <p:nvPr/>
        </p:nvPicPr>
        <p:blipFill rotWithShape="1">
          <a:blip r:embed="rId3">
            <a:alphaModFix/>
          </a:blip>
          <a:srcRect b="0" l="10263" r="16334" t="0"/>
          <a:stretch/>
        </p:blipFill>
        <p:spPr>
          <a:xfrm>
            <a:off x="3242695" y="10"/>
            <a:ext cx="8949307" cy="6857990"/>
          </a:xfrm>
          <a:custGeom>
            <a:rect b="b" l="l" r="r" t="t"/>
            <a:pathLst>
              <a:path extrusionOk="0" h="6858000" w="8949307">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a:noFill/>
          <a:ln>
            <a:noFill/>
          </a:ln>
        </p:spPr>
      </p:pic>
      <p:sp>
        <p:nvSpPr>
          <p:cNvPr id="164" name="Google Shape;164;p7"/>
          <p:cNvSpPr/>
          <p:nvPr/>
        </p:nvSpPr>
        <p:spPr>
          <a:xfrm>
            <a:off x="-1" y="0"/>
            <a:ext cx="4455673" cy="6858000"/>
          </a:xfrm>
          <a:custGeom>
            <a:rect b="b" l="l" r="r" t="t"/>
            <a:pathLst>
              <a:path extrusionOk="0" h="6858000" w="4455673">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solidFill>
            <a:schemeClr val="lt1"/>
          </a:solidFill>
          <a:ln cap="flat" cmpd="sng" w="9525">
            <a:solidFill>
              <a:srgbClr val="D5D5D5"/>
            </a:solidFill>
            <a:prstDash val="solid"/>
            <a:miter lim="800000"/>
            <a:headEnd len="sm" w="sm" type="none"/>
            <a:tailEnd len="sm" w="sm" type="none"/>
          </a:ln>
          <a:effectLst>
            <a:outerShdw blurRad="50800" rotWithShape="0" algn="l" dist="38100">
              <a:srgbClr val="D8D8D8">
                <a:alpha val="2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5" name="Google Shape;165;p7"/>
          <p:cNvSpPr/>
          <p:nvPr/>
        </p:nvSpPr>
        <p:spPr>
          <a:xfrm>
            <a:off x="0" y="0"/>
            <a:ext cx="4446529" cy="6858000"/>
          </a:xfrm>
          <a:custGeom>
            <a:rect b="b" l="l" r="r" t="t"/>
            <a:pathLst>
              <a:path extrusionOk="0" h="6858000" w="4446529">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66" name="Google Shape;166;p7"/>
          <p:cNvSpPr txBox="1"/>
          <p:nvPr>
            <p:ph type="ctrTitle"/>
          </p:nvPr>
        </p:nvSpPr>
        <p:spPr>
          <a:xfrm>
            <a:off x="371094" y="1161288"/>
            <a:ext cx="3438144" cy="112572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Arial"/>
              <a:buNone/>
            </a:pPr>
            <a:r>
              <a:rPr lang="en-US" sz="2400"/>
              <a:t>Protocolos, seguridad de puertos y optimización de red</a:t>
            </a:r>
            <a:endParaRPr/>
          </a:p>
          <a:p>
            <a:pPr indent="0" lvl="0" marL="0" rtl="0" algn="l">
              <a:lnSpc>
                <a:spcPct val="90000"/>
              </a:lnSpc>
              <a:spcBef>
                <a:spcPts val="0"/>
              </a:spcBef>
              <a:spcAft>
                <a:spcPts val="0"/>
              </a:spcAft>
              <a:buClr>
                <a:schemeClr val="dk1"/>
              </a:buClr>
              <a:buSzPts val="2400"/>
              <a:buFont typeface="Arial"/>
              <a:buNone/>
            </a:pPr>
            <a:r>
              <a:t/>
            </a:r>
            <a:endParaRPr sz="2400"/>
          </a:p>
        </p:txBody>
      </p:sp>
      <p:sp>
        <p:nvSpPr>
          <p:cNvPr id="167" name="Google Shape;167;p7"/>
          <p:cNvSpPr/>
          <p:nvPr/>
        </p:nvSpPr>
        <p:spPr>
          <a:xfrm rot="5400000">
            <a:off x="662559" y="605790"/>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68" name="Google Shape;168;p7"/>
          <p:cNvSpPr/>
          <p:nvPr/>
        </p:nvSpPr>
        <p:spPr>
          <a:xfrm>
            <a:off x="428244" y="2443480"/>
            <a:ext cx="33375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69" name="Google Shape;169;p7"/>
          <p:cNvSpPr txBox="1"/>
          <p:nvPr>
            <p:ph idx="1" type="subTitle"/>
          </p:nvPr>
        </p:nvSpPr>
        <p:spPr>
          <a:xfrm>
            <a:off x="421894" y="2718054"/>
            <a:ext cx="3642106" cy="363905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lang="en-US" sz="1400"/>
              <a:t>Se implementaron diversos protocolos y  configuraciones orientadas a mejorar la disponibilidad, seguridad y eficiencia de la red.</a:t>
            </a:r>
            <a:endParaRPr/>
          </a:p>
          <a:p>
            <a:pPr indent="-228600" lvl="0" marL="285750" rtl="0" algn="l">
              <a:lnSpc>
                <a:spcPct val="90000"/>
              </a:lnSpc>
              <a:spcBef>
                <a:spcPts val="1000"/>
              </a:spcBef>
              <a:spcAft>
                <a:spcPts val="0"/>
              </a:spcAft>
              <a:buClr>
                <a:schemeClr val="dk1"/>
              </a:buClr>
              <a:buSzPts val="1400"/>
              <a:buFont typeface="Arial"/>
              <a:buChar char="•"/>
            </a:pPr>
            <a:r>
              <a:rPr lang="en-US" sz="1400"/>
              <a:t>Alta disponibilidad</a:t>
            </a:r>
            <a:endParaRPr/>
          </a:p>
          <a:p>
            <a:pPr indent="-228600" lvl="0" marL="285750" rtl="0" algn="l">
              <a:lnSpc>
                <a:spcPct val="90000"/>
              </a:lnSpc>
              <a:spcBef>
                <a:spcPts val="1000"/>
              </a:spcBef>
              <a:spcAft>
                <a:spcPts val="0"/>
              </a:spcAft>
              <a:buClr>
                <a:schemeClr val="dk1"/>
              </a:buClr>
              <a:buSzPts val="1400"/>
              <a:buFont typeface="Arial"/>
              <a:buChar char="•"/>
            </a:pPr>
            <a:r>
              <a:rPr lang="en-US" sz="1400"/>
              <a:t>Agregación de enlaces </a:t>
            </a:r>
            <a:endParaRPr/>
          </a:p>
          <a:p>
            <a:pPr indent="-228600" lvl="0" marL="285750" rtl="0" algn="l">
              <a:lnSpc>
                <a:spcPct val="90000"/>
              </a:lnSpc>
              <a:spcBef>
                <a:spcPts val="1000"/>
              </a:spcBef>
              <a:spcAft>
                <a:spcPts val="0"/>
              </a:spcAft>
              <a:buClr>
                <a:schemeClr val="dk1"/>
              </a:buClr>
              <a:buSzPts val="1400"/>
              <a:buFont typeface="Arial"/>
              <a:buChar char="•"/>
            </a:pPr>
            <a:r>
              <a:rPr lang="en-US" sz="1400"/>
              <a:t>Rapid Spanning Tree IEEE 802.1w</a:t>
            </a:r>
            <a:endParaRPr/>
          </a:p>
          <a:p>
            <a:pPr indent="-228600" lvl="0" marL="285750" rtl="0" algn="l">
              <a:lnSpc>
                <a:spcPct val="90000"/>
              </a:lnSpc>
              <a:spcBef>
                <a:spcPts val="1000"/>
              </a:spcBef>
              <a:spcAft>
                <a:spcPts val="0"/>
              </a:spcAft>
              <a:buClr>
                <a:schemeClr val="dk1"/>
              </a:buClr>
              <a:buSzPts val="1400"/>
              <a:buFont typeface="Arial"/>
              <a:buChar char="•"/>
            </a:pPr>
            <a:r>
              <a:rPr lang="en-US" sz="1400"/>
              <a:t>Secure Shell (SSH)</a:t>
            </a:r>
            <a:endParaRPr/>
          </a:p>
          <a:p>
            <a:pPr indent="-228600" lvl="0" marL="285750" rtl="0" algn="l">
              <a:lnSpc>
                <a:spcPct val="90000"/>
              </a:lnSpc>
              <a:spcBef>
                <a:spcPts val="1000"/>
              </a:spcBef>
              <a:spcAft>
                <a:spcPts val="0"/>
              </a:spcAft>
              <a:buClr>
                <a:schemeClr val="dk1"/>
              </a:buClr>
              <a:buSzPts val="1400"/>
              <a:buFont typeface="Arial"/>
              <a:buChar char="•"/>
            </a:pPr>
            <a:r>
              <a:rPr lang="en-US" sz="1400"/>
              <a:t>PortFast</a:t>
            </a:r>
            <a:endParaRPr sz="1400"/>
          </a:p>
          <a:p>
            <a:pPr indent="-228600" lvl="0" marL="285750" rtl="0" algn="l">
              <a:lnSpc>
                <a:spcPct val="90000"/>
              </a:lnSpc>
              <a:spcBef>
                <a:spcPts val="1000"/>
              </a:spcBef>
              <a:spcAft>
                <a:spcPts val="0"/>
              </a:spcAft>
              <a:buClr>
                <a:schemeClr val="dk1"/>
              </a:buClr>
              <a:buSzPts val="1400"/>
              <a:buFont typeface="Arial"/>
              <a:buChar char="•"/>
            </a:pPr>
            <a:r>
              <a:rPr lang="en-US" sz="1400"/>
              <a:t>Port Security</a:t>
            </a:r>
            <a:endParaRPr/>
          </a:p>
          <a:p>
            <a:pPr indent="-228600" lvl="0" marL="285750" rtl="0" algn="l">
              <a:lnSpc>
                <a:spcPct val="90000"/>
              </a:lnSpc>
              <a:spcBef>
                <a:spcPts val="1000"/>
              </a:spcBef>
              <a:spcAft>
                <a:spcPts val="0"/>
              </a:spcAft>
              <a:buClr>
                <a:schemeClr val="dk1"/>
              </a:buClr>
              <a:buSzPts val="1400"/>
              <a:buFont typeface="Arial"/>
              <a:buChar char="•"/>
            </a:pPr>
            <a:r>
              <a:rPr lang="en-US" sz="1400"/>
              <a:t>BpduGuard</a:t>
            </a:r>
            <a:endParaRPr sz="1400"/>
          </a:p>
          <a:p>
            <a:pPr indent="-228600" lvl="0" marL="285750" rtl="0" algn="l">
              <a:lnSpc>
                <a:spcPct val="90000"/>
              </a:lnSpc>
              <a:spcBef>
                <a:spcPts val="1000"/>
              </a:spcBef>
              <a:spcAft>
                <a:spcPts val="0"/>
              </a:spcAft>
              <a:buClr>
                <a:schemeClr val="dk1"/>
              </a:buClr>
              <a:buSzPts val="1400"/>
              <a:buFont typeface="Arial"/>
              <a:buChar char="•"/>
            </a:pPr>
            <a:r>
              <a:rPr lang="en-US" sz="1400"/>
              <a:t>VACL</a:t>
            </a:r>
            <a:endParaRPr/>
          </a:p>
          <a:p>
            <a:pPr indent="-228600" lvl="0" marL="285750" rtl="0" algn="l">
              <a:lnSpc>
                <a:spcPct val="90000"/>
              </a:lnSpc>
              <a:spcBef>
                <a:spcPts val="1000"/>
              </a:spcBef>
              <a:spcAft>
                <a:spcPts val="0"/>
              </a:spcAft>
              <a:buClr>
                <a:schemeClr val="dk1"/>
              </a:buClr>
              <a:buSzPts val="1400"/>
              <a:buFont typeface="Arial"/>
              <a:buChar char="•"/>
            </a:pPr>
            <a:r>
              <a:rPr lang="en-US" sz="1400"/>
              <a:t>ACL</a:t>
            </a:r>
            <a:endParaRPr/>
          </a:p>
          <a:p>
            <a:pPr indent="69850" lvl="0" marL="0" rtl="0" algn="l">
              <a:lnSpc>
                <a:spcPct val="90000"/>
              </a:lnSpc>
              <a:spcBef>
                <a:spcPts val="1000"/>
              </a:spcBef>
              <a:spcAft>
                <a:spcPts val="0"/>
              </a:spcAft>
              <a:buClr>
                <a:schemeClr val="dk1"/>
              </a:buClr>
              <a:buSzPts val="1100"/>
              <a:buFont typeface="Arial"/>
              <a:buNone/>
            </a:pPr>
            <a:r>
              <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5" name="Google Shape;175;p8"/>
          <p:cNvSpPr txBox="1"/>
          <p:nvPr>
            <p:ph type="ctrTitle"/>
          </p:nvPr>
        </p:nvSpPr>
        <p:spPr>
          <a:xfrm>
            <a:off x="7" y="391531"/>
            <a:ext cx="3571800" cy="16038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100"/>
              <a:buFont typeface="Arial"/>
              <a:buNone/>
            </a:pPr>
            <a:r>
              <a:rPr lang="en-US" sz="5100"/>
              <a:t>Segmento de Red.</a:t>
            </a:r>
            <a:endParaRPr sz="5100">
              <a:latin typeface="Arial"/>
              <a:ea typeface="Arial"/>
              <a:cs typeface="Arial"/>
              <a:sym typeface="Arial"/>
            </a:endParaRPr>
          </a:p>
        </p:txBody>
      </p:sp>
      <p:sp>
        <p:nvSpPr>
          <p:cNvPr id="176" name="Google Shape;176;p8"/>
          <p:cNvSpPr/>
          <p:nvPr/>
        </p:nvSpPr>
        <p:spPr>
          <a:xfrm>
            <a:off x="86453" y="2088942"/>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aphicFrame>
        <p:nvGraphicFramePr>
          <p:cNvPr id="177" name="Google Shape;177;p8"/>
          <p:cNvGraphicFramePr/>
          <p:nvPr/>
        </p:nvGraphicFramePr>
        <p:xfrm>
          <a:off x="3571800" y="242100"/>
          <a:ext cx="3000000" cy="3000000"/>
        </p:xfrm>
        <a:graphic>
          <a:graphicData uri="http://schemas.openxmlformats.org/drawingml/2006/table">
            <a:tbl>
              <a:tblPr>
                <a:noFill/>
                <a:tableStyleId>{BF3B4823-D1A0-474C-85F0-F5F381F4B5E0}</a:tableStyleId>
              </a:tblPr>
              <a:tblGrid>
                <a:gridCol w="447675"/>
                <a:gridCol w="1352550"/>
                <a:gridCol w="819150"/>
                <a:gridCol w="1381125"/>
              </a:tblGrid>
              <a:tr h="200025">
                <a:tc>
                  <a:txBody>
                    <a:bodyPr/>
                    <a:lstStyle/>
                    <a:p>
                      <a:pPr indent="0" lvl="0" marL="0" rtl="0" algn="ctr">
                        <a:lnSpc>
                          <a:spcPct val="115000"/>
                        </a:lnSpc>
                        <a:spcBef>
                          <a:spcPts val="0"/>
                        </a:spcBef>
                        <a:spcAft>
                          <a:spcPts val="0"/>
                        </a:spcAft>
                        <a:buNone/>
                      </a:pPr>
                      <a:r>
                        <a:rPr b="1" lang="en-US" sz="1100"/>
                        <a:t>VLAN</a:t>
                      </a:r>
                      <a:endParaRPr b="1" sz="1100"/>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Nombre</a:t>
                      </a:r>
                      <a:endParaRPr b="1" sz="1100"/>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Red IP</a:t>
                      </a:r>
                      <a:endParaRPr b="1" sz="1100"/>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Máscara</a:t>
                      </a:r>
                      <a:endParaRPr b="1" sz="1100"/>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99</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NATIVA</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i="1" lang="en-US" sz="1100"/>
                        <a:t>Sin IP</a:t>
                      </a:r>
                      <a:endParaRPr i="1" sz="1100"/>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i="1" lang="en-US" sz="1100"/>
                        <a:t>N/A</a:t>
                      </a:r>
                      <a:endParaRPr i="1" sz="1100"/>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100</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ADMINISTRACION</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10.255.2.0</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255.255.255.128 (/25)</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101</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FINANZAS</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10.255.2.128</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255.255.255.128 (/25)</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103</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RENTAS</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10.255.3.0</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255.255.255.128 (/25)</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104</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CONCEJALES</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10.255.3.128</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255.255.255.192 (/26)</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105</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DIDECO</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10.255.0.0</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255.255.255.0 (/24)</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106</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BIBLIOTECA</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10.255.4.0</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255.255.255.192 (/26)</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107</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SERVICIOS</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10.255.4.64</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255.255.255.192 (/26)</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108</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TRANSITO</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10.255.4.128</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255.255.255.192 (/26)</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109</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OIRS</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10.255.4.192</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rtl="0" algn="l">
                        <a:spcBef>
                          <a:spcPts val="0"/>
                        </a:spcBef>
                        <a:spcAft>
                          <a:spcPts val="0"/>
                        </a:spcAft>
                        <a:buNone/>
                      </a:pPr>
                      <a:r>
                        <a:rPr lang="en-US"/>
                        <a:t>255.255.255.192 (/26)</a:t>
                      </a:r>
                      <a:endParaRPr/>
                    </a:p>
                  </a:txBody>
                  <a:tcPr marT="91425" marB="91425" marR="91425" marL="91425">
                    <a:lnL cap="flat" cmpd="sng" w="9525">
                      <a:solidFill>
                        <a:schemeClr val="accent1"/>
                      </a:solidFill>
                      <a:prstDash val="solid"/>
                      <a:round/>
                      <a:headEnd len="sm" w="sm" type="none"/>
                      <a:tailEnd len="sm" w="sm" type="none"/>
                    </a:lnL>
                    <a:lnR cap="flat" cmpd="sng" w="9525">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tcPr>
                </a:tc>
              </a:tr>
            </a:tbl>
          </a:graphicData>
        </a:graphic>
      </p:graphicFrame>
      <p:graphicFrame>
        <p:nvGraphicFramePr>
          <p:cNvPr id="178" name="Google Shape;178;p8"/>
          <p:cNvGraphicFramePr/>
          <p:nvPr/>
        </p:nvGraphicFramePr>
        <p:xfrm>
          <a:off x="8044025" y="321200"/>
          <a:ext cx="3000000" cy="3000000"/>
        </p:xfrm>
        <a:graphic>
          <a:graphicData uri="http://schemas.openxmlformats.org/drawingml/2006/table">
            <a:tbl>
              <a:tblPr>
                <a:noFill/>
                <a:tableStyleId>{BF3B4823-D1A0-474C-85F0-F5F381F4B5E0}</a:tableStyleId>
              </a:tblPr>
              <a:tblGrid>
                <a:gridCol w="447675"/>
                <a:gridCol w="1400175"/>
                <a:gridCol w="819150"/>
                <a:gridCol w="1381125"/>
              </a:tblGrid>
              <a:tr h="200025">
                <a:tc>
                  <a:txBody>
                    <a:bodyPr/>
                    <a:lstStyle/>
                    <a:p>
                      <a:pPr indent="0" lvl="0" marL="0" rtl="0" algn="ctr">
                        <a:lnSpc>
                          <a:spcPct val="115000"/>
                        </a:lnSpc>
                        <a:spcBef>
                          <a:spcPts val="0"/>
                        </a:spcBef>
                        <a:spcAft>
                          <a:spcPts val="0"/>
                        </a:spcAft>
                        <a:buNone/>
                      </a:pPr>
                      <a:r>
                        <a:rPr b="1" lang="en-US" sz="1100"/>
                        <a:t>VLAN</a:t>
                      </a:r>
                      <a:endParaRPr b="1" sz="1100"/>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Nombre</a:t>
                      </a:r>
                      <a:endParaRPr b="1" sz="1100"/>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Red IP</a:t>
                      </a:r>
                      <a:endParaRPr b="1" sz="1100"/>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Máscara</a:t>
                      </a:r>
                      <a:endParaRPr b="1" sz="1100"/>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111</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OBRAS</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10.255.5.0</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255.255.255.192 (/26)</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200</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INFORMATICA</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10.255.1.0</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255.255.255.0 (/24)</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201</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RRHH</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10.255.5.64</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255.255.255.192 (/26)</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202</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ABASTECIMIENTO</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10.255.5.128</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255.255.255.192 (/26)</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203</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SECRETARIA</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10.255.5.192</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255.255.255.192 (/26)</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300</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ALCALDIA</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10.255.6.0</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255.255.255.224 (/27)</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301</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COMUNICACIONES</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10.255.6.32</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255.255.255.224 (/27)</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302</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GABINETE</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10.255.6.64</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255.255.255.224 (/27)</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r h="200025">
                <a:tc>
                  <a:txBody>
                    <a:bodyPr/>
                    <a:lstStyle/>
                    <a:p>
                      <a:pPr indent="0" lvl="0" marL="0" rtl="0" algn="l">
                        <a:spcBef>
                          <a:spcPts val="0"/>
                        </a:spcBef>
                        <a:spcAft>
                          <a:spcPts val="0"/>
                        </a:spcAft>
                        <a:buNone/>
                      </a:pPr>
                      <a:r>
                        <a:rPr lang="en-US"/>
                        <a:t>304</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DEP-JURIDICO</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10.255.6.96</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c>
                  <a:txBody>
                    <a:bodyPr/>
                    <a:lstStyle/>
                    <a:p>
                      <a:pPr indent="0" lvl="0" marL="0" rtl="0" algn="l">
                        <a:spcBef>
                          <a:spcPts val="0"/>
                        </a:spcBef>
                        <a:spcAft>
                          <a:spcPts val="0"/>
                        </a:spcAft>
                        <a:buNone/>
                      </a:pPr>
                      <a:r>
                        <a:rPr lang="en-US"/>
                        <a:t>255.255.255.224 (/27)</a:t>
                      </a:r>
                      <a:endParaRPr/>
                    </a:p>
                  </a:txBody>
                  <a:tcPr marT="91425" marB="91425" marR="91425" marL="91425">
                    <a:lnL cap="flat" cmpd="sng" w="9525">
                      <a:solidFill>
                        <a:schemeClr val="accent6"/>
                      </a:solidFill>
                      <a:prstDash val="solid"/>
                      <a:round/>
                      <a:headEnd len="sm" w="sm" type="none"/>
                      <a:tailEnd len="sm" w="sm" type="none"/>
                    </a:lnL>
                    <a:lnR cap="flat" cmpd="sng" w="9525">
                      <a:solidFill>
                        <a:schemeClr val="accent6"/>
                      </a:solidFill>
                      <a:prstDash val="solid"/>
                      <a:round/>
                      <a:headEnd len="sm" w="sm" type="none"/>
                      <a:tailEnd len="sm" w="sm" type="none"/>
                    </a:lnR>
                    <a:lnT cap="flat" cmpd="sng" w="9525">
                      <a:solidFill>
                        <a:schemeClr val="accent6"/>
                      </a:solidFill>
                      <a:prstDash val="solid"/>
                      <a:round/>
                      <a:headEnd len="sm" w="sm" type="none"/>
                      <a:tailEnd len="sm" w="sm" type="none"/>
                    </a:lnT>
                    <a:lnB cap="flat" cmpd="sng" w="9525">
                      <a:solidFill>
                        <a:schemeClr val="accent6"/>
                      </a:solidFill>
                      <a:prstDash val="solid"/>
                      <a:round/>
                      <a:headEnd len="sm" w="sm" type="none"/>
                      <a:tailEnd len="sm" w="sm" type="none"/>
                    </a:lnB>
                  </a:tcPr>
                </a:tc>
              </a:tr>
            </a:tbl>
          </a:graphicData>
        </a:graphic>
      </p:graphicFrame>
      <p:sp>
        <p:nvSpPr>
          <p:cNvPr id="179" name="Google Shape;179;p8"/>
          <p:cNvSpPr txBox="1"/>
          <p:nvPr>
            <p:ph type="ctrTitle"/>
          </p:nvPr>
        </p:nvSpPr>
        <p:spPr>
          <a:xfrm>
            <a:off x="-71900" y="2402253"/>
            <a:ext cx="3571800" cy="71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100"/>
              <a:buFont typeface="Arial"/>
              <a:buNone/>
            </a:pPr>
            <a:r>
              <a:rPr b="0" lang="en-US" sz="1400"/>
              <a:t>En las tablas se puede ver la ID de las vlans el nombre y la red con su respectiva </a:t>
            </a:r>
            <a:r>
              <a:rPr b="0" lang="en-US" sz="1400"/>
              <a:t>máscara</a:t>
            </a:r>
            <a:r>
              <a:rPr b="0" lang="en-US" sz="1400"/>
              <a:t>.</a:t>
            </a:r>
            <a:endParaRPr b="0"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sp>
        <p:nvSpPr>
          <p:cNvPr id="184" name="Google Shape;184;p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5" name="Google Shape;185;p9"/>
          <p:cNvSpPr txBox="1"/>
          <p:nvPr>
            <p:ph type="ctrTitle"/>
          </p:nvPr>
        </p:nvSpPr>
        <p:spPr>
          <a:xfrm>
            <a:off x="411480" y="987552"/>
            <a:ext cx="4485861" cy="10881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400"/>
              <a:buFont typeface="Arial"/>
              <a:buNone/>
            </a:pPr>
            <a:r>
              <a:rPr lang="en-US" sz="3400"/>
              <a:t>Servidor SIEM</a:t>
            </a:r>
            <a:endParaRPr/>
          </a:p>
        </p:txBody>
      </p:sp>
      <p:sp>
        <p:nvSpPr>
          <p:cNvPr id="186" name="Google Shape;186;p9"/>
          <p:cNvSpPr/>
          <p:nvPr/>
        </p:nvSpPr>
        <p:spPr>
          <a:xfrm rot="5400000">
            <a:off x="649223" y="387939"/>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7" name="Google Shape;187;p9"/>
          <p:cNvSpPr/>
          <p:nvPr/>
        </p:nvSpPr>
        <p:spPr>
          <a:xfrm>
            <a:off x="411480" y="2286000"/>
            <a:ext cx="438912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88" name="Google Shape;188;p9"/>
          <p:cNvSpPr txBox="1"/>
          <p:nvPr>
            <p:ph idx="1" type="subTitle"/>
          </p:nvPr>
        </p:nvSpPr>
        <p:spPr>
          <a:xfrm>
            <a:off x="411479" y="2688336"/>
            <a:ext cx="4498848" cy="35844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Arial"/>
              <a:buChar char="•"/>
            </a:pPr>
            <a:r>
              <a:rPr lang="en-US"/>
              <a:t>Se implementa una solución SIEM centralizada basada en </a:t>
            </a:r>
            <a:r>
              <a:rPr b="1" lang="en-US"/>
              <a:t>Wazuh</a:t>
            </a:r>
            <a:r>
              <a:rPr lang="en-US"/>
              <a:t>, integrada con:</a:t>
            </a:r>
            <a:endParaRPr/>
          </a:p>
          <a:p>
            <a:pPr indent="0" lvl="0" marL="0" rtl="0" algn="l">
              <a:lnSpc>
                <a:spcPct val="90000"/>
              </a:lnSpc>
              <a:spcBef>
                <a:spcPts val="1000"/>
              </a:spcBef>
              <a:spcAft>
                <a:spcPts val="0"/>
              </a:spcAft>
              <a:buClr>
                <a:schemeClr val="dk1"/>
              </a:buClr>
              <a:buSzPts val="1800"/>
              <a:buFont typeface="Arial"/>
              <a:buChar char="•"/>
            </a:pPr>
            <a:r>
              <a:rPr b="1" lang="en-US"/>
              <a:t>Snort</a:t>
            </a:r>
            <a:r>
              <a:rPr lang="en-US"/>
              <a:t>: Sistema de detección de intrusos (IPS) para monitorear tráfico de red.</a:t>
            </a:r>
            <a:endParaRPr/>
          </a:p>
          <a:p>
            <a:pPr indent="0" lvl="0" marL="0" rtl="0" algn="l">
              <a:lnSpc>
                <a:spcPct val="90000"/>
              </a:lnSpc>
              <a:spcBef>
                <a:spcPts val="1000"/>
              </a:spcBef>
              <a:spcAft>
                <a:spcPts val="0"/>
              </a:spcAft>
              <a:buClr>
                <a:schemeClr val="dk1"/>
              </a:buClr>
              <a:buSzPts val="1800"/>
              <a:buFont typeface="Arial"/>
              <a:buChar char="•"/>
            </a:pPr>
            <a:r>
              <a:rPr b="1" lang="en-US"/>
              <a:t>Rsyslog</a:t>
            </a:r>
            <a:r>
              <a:rPr lang="en-US"/>
              <a:t>: Recolecta y reenvía logs desde los dispositivos.</a:t>
            </a:r>
            <a:endParaRPr/>
          </a:p>
          <a:p>
            <a:pPr indent="0" lvl="0" marL="0" rtl="0" algn="l">
              <a:lnSpc>
                <a:spcPct val="90000"/>
              </a:lnSpc>
              <a:spcBef>
                <a:spcPts val="1000"/>
              </a:spcBef>
              <a:spcAft>
                <a:spcPts val="0"/>
              </a:spcAft>
              <a:buClr>
                <a:schemeClr val="dk1"/>
              </a:buClr>
              <a:buSzPts val="1800"/>
              <a:buFont typeface="Arial"/>
              <a:buChar char="•"/>
            </a:pPr>
            <a:r>
              <a:rPr b="1" lang="en-US"/>
              <a:t>Servidor DHCP</a:t>
            </a:r>
            <a:r>
              <a:rPr lang="en-US"/>
              <a:t>: Asigna direcciones IP dinámicamente a los equipos de la red, facilitando su administración y detección por el SIEM.</a:t>
            </a:r>
            <a:endParaRPr/>
          </a:p>
          <a:p>
            <a:pPr indent="114300" lvl="0" marL="0" rtl="0" algn="l">
              <a:lnSpc>
                <a:spcPct val="90000"/>
              </a:lnSpc>
              <a:spcBef>
                <a:spcPts val="1000"/>
              </a:spcBef>
              <a:spcAft>
                <a:spcPts val="0"/>
              </a:spcAft>
              <a:buClr>
                <a:schemeClr val="dk1"/>
              </a:buClr>
              <a:buSzPts val="1800"/>
              <a:buFont typeface="Arial"/>
              <a:buNone/>
            </a:pPr>
            <a:r>
              <a:t/>
            </a:r>
            <a:endParaRPr/>
          </a:p>
          <a:p>
            <a:pPr indent="114300" lvl="0" marL="0" rtl="0" algn="l">
              <a:lnSpc>
                <a:spcPct val="90000"/>
              </a:lnSpc>
              <a:spcBef>
                <a:spcPts val="1000"/>
              </a:spcBef>
              <a:spcAft>
                <a:spcPts val="0"/>
              </a:spcAft>
              <a:buClr>
                <a:schemeClr val="dk1"/>
              </a:buClr>
              <a:buSzPts val="1800"/>
              <a:buFont typeface="Arial"/>
              <a:buNone/>
            </a:pPr>
            <a:r>
              <a:t/>
            </a:r>
            <a:endParaRPr/>
          </a:p>
        </p:txBody>
      </p:sp>
      <p:pic>
        <p:nvPicPr>
          <p:cNvPr descr="Todo lo que necesita saber sobre los servidores de red - AscentOptics Blog" id="189" name="Google Shape;189;p9"/>
          <p:cNvPicPr preferRelativeResize="0"/>
          <p:nvPr/>
        </p:nvPicPr>
        <p:blipFill rotWithShape="1">
          <a:blip r:embed="rId3">
            <a:alphaModFix/>
          </a:blip>
          <a:srcRect b="377" l="0" r="1" t="0"/>
          <a:stretch/>
        </p:blipFill>
        <p:spPr>
          <a:xfrm>
            <a:off x="5308052" y="10"/>
            <a:ext cx="6883948" cy="6857990"/>
          </a:xfrm>
          <a:custGeom>
            <a:rect b="b" l="l" r="r" t="t"/>
            <a:pathLst>
              <a:path extrusionOk="0" h="6858000" w="6883948">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ln>
            <a:noFill/>
          </a:ln>
          <a:effectLst>
            <a:outerShdw blurRad="50800" rotWithShape="0" algn="r" dir="10800000" dist="38100">
              <a:srgbClr val="D8D8D8">
                <a:alpha val="2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id="194" name="Google Shape;194;p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5" name="Google Shape;195;p10"/>
          <p:cNvSpPr txBox="1"/>
          <p:nvPr>
            <p:ph type="ctrTitle"/>
          </p:nvPr>
        </p:nvSpPr>
        <p:spPr>
          <a:xfrm>
            <a:off x="630936" y="639520"/>
            <a:ext cx="3429000" cy="171907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800"/>
              <a:buFont typeface="Arial"/>
              <a:buNone/>
            </a:pPr>
            <a:r>
              <a:rPr lang="en-US" sz="3800">
                <a:solidFill>
                  <a:schemeClr val="dk1"/>
                </a:solidFill>
                <a:latin typeface="Arial"/>
                <a:ea typeface="Arial"/>
                <a:cs typeface="Arial"/>
                <a:sym typeface="Arial"/>
              </a:rPr>
              <a:t>Dispositivos de Red y Servidores</a:t>
            </a:r>
            <a:endParaRPr/>
          </a:p>
        </p:txBody>
      </p:sp>
      <p:sp>
        <p:nvSpPr>
          <p:cNvPr id="196" name="Google Shape;196;p10"/>
          <p:cNvSpPr/>
          <p:nvPr/>
        </p:nvSpPr>
        <p:spPr>
          <a:xfrm>
            <a:off x="643278" y="2573756"/>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7" name="Google Shape;197;p10"/>
          <p:cNvSpPr txBox="1"/>
          <p:nvPr>
            <p:ph idx="1" type="subTitle"/>
          </p:nvPr>
        </p:nvSpPr>
        <p:spPr>
          <a:xfrm>
            <a:off x="630936" y="2807208"/>
            <a:ext cx="3429000" cy="341071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Font typeface="Arial"/>
              <a:buChar char="•"/>
            </a:pPr>
            <a:r>
              <a:rPr lang="en-US" sz="2200"/>
              <a:t>Switches Core:  Cisco Catalyst C9500-24Y4C</a:t>
            </a:r>
            <a:endParaRPr/>
          </a:p>
          <a:p>
            <a:pPr indent="0" lvl="0" marL="0" rtl="0" algn="l">
              <a:lnSpc>
                <a:spcPct val="90000"/>
              </a:lnSpc>
              <a:spcBef>
                <a:spcPts val="1000"/>
              </a:spcBef>
              <a:spcAft>
                <a:spcPts val="0"/>
              </a:spcAft>
              <a:buClr>
                <a:schemeClr val="dk1"/>
              </a:buClr>
              <a:buSzPts val="2200"/>
              <a:buFont typeface="Arial"/>
              <a:buChar char="•"/>
            </a:pPr>
            <a:r>
              <a:rPr lang="en-US" sz="2200"/>
              <a:t>Switches de distribución-acceso: C9300-48P-A</a:t>
            </a:r>
            <a:endParaRPr/>
          </a:p>
          <a:p>
            <a:pPr indent="0" lvl="0" marL="0" rtl="0" algn="l">
              <a:lnSpc>
                <a:spcPct val="90000"/>
              </a:lnSpc>
              <a:spcBef>
                <a:spcPts val="1000"/>
              </a:spcBef>
              <a:spcAft>
                <a:spcPts val="0"/>
              </a:spcAft>
              <a:buClr>
                <a:schemeClr val="dk1"/>
              </a:buClr>
              <a:buSzPts val="2200"/>
              <a:buFont typeface="Arial"/>
              <a:buChar char="•"/>
            </a:pPr>
            <a:r>
              <a:rPr lang="en-US" sz="2200"/>
              <a:t>Servidores Server Dell PowerEdge R440</a:t>
            </a:r>
            <a:endParaRPr/>
          </a:p>
          <a:p>
            <a:pPr indent="139700" lvl="0" marL="0" rtl="0" algn="l">
              <a:lnSpc>
                <a:spcPct val="90000"/>
              </a:lnSpc>
              <a:spcBef>
                <a:spcPts val="1000"/>
              </a:spcBef>
              <a:spcAft>
                <a:spcPts val="0"/>
              </a:spcAft>
              <a:buClr>
                <a:schemeClr val="dk1"/>
              </a:buClr>
              <a:buSzPts val="2200"/>
              <a:buFont typeface="Arial"/>
              <a:buNone/>
            </a:pPr>
            <a:r>
              <a:t/>
            </a:r>
            <a:endParaRPr sz="2200"/>
          </a:p>
        </p:txBody>
      </p:sp>
      <p:pic>
        <p:nvPicPr>
          <p:cNvPr descr="Cisco Catalyst9500-24Y4C Network Switch Dubai" id="198" name="Google Shape;198;p10"/>
          <p:cNvPicPr preferRelativeResize="0"/>
          <p:nvPr/>
        </p:nvPicPr>
        <p:blipFill rotWithShape="1">
          <a:blip r:embed="rId3">
            <a:alphaModFix/>
          </a:blip>
          <a:srcRect b="0" l="0" r="0" t="0"/>
          <a:stretch/>
        </p:blipFill>
        <p:spPr>
          <a:xfrm>
            <a:off x="5317236" y="640080"/>
            <a:ext cx="5577840" cy="557784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sp>
        <p:nvSpPr>
          <p:cNvPr id="203" name="Google Shape;203;p1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4" name="Google Shape;204;p11"/>
          <p:cNvSpPr txBox="1"/>
          <p:nvPr>
            <p:ph type="ctrTitle"/>
          </p:nvPr>
        </p:nvSpPr>
        <p:spPr>
          <a:xfrm>
            <a:off x="6790414" y="640080"/>
            <a:ext cx="4758458" cy="356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Arial"/>
              <a:buNone/>
            </a:pPr>
            <a:r>
              <a:rPr lang="en-US" sz="6600"/>
              <a:t>Rack Core</a:t>
            </a:r>
            <a:endParaRPr/>
          </a:p>
        </p:txBody>
      </p:sp>
      <p:sp>
        <p:nvSpPr>
          <p:cNvPr id="205" name="Google Shape;205;p11"/>
          <p:cNvSpPr txBox="1"/>
          <p:nvPr>
            <p:ph idx="1" type="subTitle"/>
          </p:nvPr>
        </p:nvSpPr>
        <p:spPr>
          <a:xfrm>
            <a:off x="6790412" y="4636008"/>
            <a:ext cx="4758459" cy="1572768"/>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300"/>
              <a:buNone/>
            </a:pPr>
            <a:r>
              <a:rPr lang="en-US" sz="1300"/>
              <a:t>Rack que alberga los dispositivos de red centrales responsables de gestionar y distribuir el tráfico entre los distintos segmentos de la red de la Municipalidad. Desde este punto se interconectan los racks de  distribución-acceso y los servidores principales, asegurando alta disponibilidad, rendimiento y redundancia.</a:t>
            </a:r>
            <a:endParaRPr sz="1300"/>
          </a:p>
        </p:txBody>
      </p:sp>
      <p:sp>
        <p:nvSpPr>
          <p:cNvPr id="206" name="Google Shape;206;p11"/>
          <p:cNvSpPr/>
          <p:nvPr/>
        </p:nvSpPr>
        <p:spPr>
          <a:xfrm>
            <a:off x="6801142" y="4409267"/>
            <a:ext cx="4242816" cy="18288"/>
          </a:xfrm>
          <a:custGeom>
            <a:rect b="b" l="l" r="r" t="t"/>
            <a:pathLst>
              <a:path extrusionOk="0" fill="none" h="18288" w="4242816">
                <a:moveTo>
                  <a:pt x="0" y="0"/>
                </a:moveTo>
                <a:cubicBezTo>
                  <a:pt x="249934" y="1471"/>
                  <a:pt x="379877" y="-29444"/>
                  <a:pt x="690973" y="0"/>
                </a:cubicBezTo>
                <a:cubicBezTo>
                  <a:pt x="1002069" y="29444"/>
                  <a:pt x="1021583" y="17501"/>
                  <a:pt x="1212233" y="0"/>
                </a:cubicBezTo>
                <a:cubicBezTo>
                  <a:pt x="1402883" y="-17501"/>
                  <a:pt x="1678760" y="5386"/>
                  <a:pt x="1860778" y="0"/>
                </a:cubicBezTo>
                <a:cubicBezTo>
                  <a:pt x="2042796" y="-5386"/>
                  <a:pt x="2245608" y="-22401"/>
                  <a:pt x="2424466" y="0"/>
                </a:cubicBezTo>
                <a:cubicBezTo>
                  <a:pt x="2603324" y="22401"/>
                  <a:pt x="2890020" y="33806"/>
                  <a:pt x="3115439" y="0"/>
                </a:cubicBezTo>
                <a:cubicBezTo>
                  <a:pt x="3340858" y="-33806"/>
                  <a:pt x="3428300" y="18628"/>
                  <a:pt x="3636699" y="0"/>
                </a:cubicBezTo>
                <a:cubicBezTo>
                  <a:pt x="3845098" y="-18628"/>
                  <a:pt x="4108824" y="5541"/>
                  <a:pt x="4242816" y="0"/>
                </a:cubicBezTo>
                <a:cubicBezTo>
                  <a:pt x="4242066" y="4160"/>
                  <a:pt x="4243125" y="10356"/>
                  <a:pt x="4242816" y="18288"/>
                </a:cubicBezTo>
                <a:cubicBezTo>
                  <a:pt x="4113424" y="32735"/>
                  <a:pt x="3768327" y="47567"/>
                  <a:pt x="3636699" y="18288"/>
                </a:cubicBezTo>
                <a:cubicBezTo>
                  <a:pt x="3505071" y="-10991"/>
                  <a:pt x="3294208" y="-4990"/>
                  <a:pt x="3030583" y="18288"/>
                </a:cubicBezTo>
                <a:cubicBezTo>
                  <a:pt x="2766958" y="41566"/>
                  <a:pt x="2649277" y="20974"/>
                  <a:pt x="2466894" y="18288"/>
                </a:cubicBezTo>
                <a:cubicBezTo>
                  <a:pt x="2284511" y="15602"/>
                  <a:pt x="2151277" y="1154"/>
                  <a:pt x="1988062" y="18288"/>
                </a:cubicBezTo>
                <a:cubicBezTo>
                  <a:pt x="1824847" y="35422"/>
                  <a:pt x="1691359" y="9265"/>
                  <a:pt x="1466802" y="18288"/>
                </a:cubicBezTo>
                <a:cubicBezTo>
                  <a:pt x="1242245" y="27311"/>
                  <a:pt x="1006161" y="36605"/>
                  <a:pt x="860686" y="18288"/>
                </a:cubicBezTo>
                <a:cubicBezTo>
                  <a:pt x="715211" y="-29"/>
                  <a:pt x="242774" y="46538"/>
                  <a:pt x="0" y="18288"/>
                </a:cubicBezTo>
                <a:cubicBezTo>
                  <a:pt x="-146" y="11482"/>
                  <a:pt x="-422" y="5192"/>
                  <a:pt x="0" y="0"/>
                </a:cubicBezTo>
                <a:close/>
              </a:path>
              <a:path extrusionOk="0" h="18288" w="4242816">
                <a:moveTo>
                  <a:pt x="0" y="0"/>
                </a:moveTo>
                <a:cubicBezTo>
                  <a:pt x="259751" y="-14018"/>
                  <a:pt x="356632" y="-15007"/>
                  <a:pt x="521260" y="0"/>
                </a:cubicBezTo>
                <a:cubicBezTo>
                  <a:pt x="685888" y="15007"/>
                  <a:pt x="885786" y="5167"/>
                  <a:pt x="1212233" y="0"/>
                </a:cubicBezTo>
                <a:cubicBezTo>
                  <a:pt x="1538680" y="-5167"/>
                  <a:pt x="1458849" y="7951"/>
                  <a:pt x="1691065" y="0"/>
                </a:cubicBezTo>
                <a:cubicBezTo>
                  <a:pt x="1923281" y="-7951"/>
                  <a:pt x="1985780" y="-16303"/>
                  <a:pt x="2169897" y="0"/>
                </a:cubicBezTo>
                <a:cubicBezTo>
                  <a:pt x="2354014" y="16303"/>
                  <a:pt x="2633054" y="-2739"/>
                  <a:pt x="2776014" y="0"/>
                </a:cubicBezTo>
                <a:cubicBezTo>
                  <a:pt x="2918974" y="2739"/>
                  <a:pt x="3112688" y="-15682"/>
                  <a:pt x="3339702" y="0"/>
                </a:cubicBezTo>
                <a:cubicBezTo>
                  <a:pt x="3566716" y="15682"/>
                  <a:pt x="4015278" y="-28467"/>
                  <a:pt x="4242816" y="0"/>
                </a:cubicBezTo>
                <a:cubicBezTo>
                  <a:pt x="4243501" y="7633"/>
                  <a:pt x="4242294" y="10002"/>
                  <a:pt x="4242816" y="18288"/>
                </a:cubicBezTo>
                <a:cubicBezTo>
                  <a:pt x="3924964" y="16283"/>
                  <a:pt x="3746362" y="-1805"/>
                  <a:pt x="3551843" y="18288"/>
                </a:cubicBezTo>
                <a:cubicBezTo>
                  <a:pt x="3357324" y="38381"/>
                  <a:pt x="3126422" y="47156"/>
                  <a:pt x="2860870" y="18288"/>
                </a:cubicBezTo>
                <a:cubicBezTo>
                  <a:pt x="2595318" y="-10580"/>
                  <a:pt x="2572437" y="11441"/>
                  <a:pt x="2297182" y="18288"/>
                </a:cubicBezTo>
                <a:cubicBezTo>
                  <a:pt x="2021927" y="25135"/>
                  <a:pt x="1916908" y="33601"/>
                  <a:pt x="1733493" y="18288"/>
                </a:cubicBezTo>
                <a:cubicBezTo>
                  <a:pt x="1550078" y="2975"/>
                  <a:pt x="1412440" y="27896"/>
                  <a:pt x="1212233" y="18288"/>
                </a:cubicBezTo>
                <a:cubicBezTo>
                  <a:pt x="1012026" y="8680"/>
                  <a:pt x="914386" y="13859"/>
                  <a:pt x="648545" y="18288"/>
                </a:cubicBezTo>
                <a:cubicBezTo>
                  <a:pt x="382704" y="22717"/>
                  <a:pt x="233522" y="39342"/>
                  <a:pt x="0" y="18288"/>
                </a:cubicBezTo>
                <a:cubicBezTo>
                  <a:pt x="-772" y="13661"/>
                  <a:pt x="-839" y="849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07" name="Google Shape;207;p11" title="IMPRIMIR2.png"/>
          <p:cNvPicPr preferRelativeResize="0"/>
          <p:nvPr/>
        </p:nvPicPr>
        <p:blipFill>
          <a:blip r:embed="rId3">
            <a:alphaModFix/>
          </a:blip>
          <a:stretch>
            <a:fillRect/>
          </a:stretch>
        </p:blipFill>
        <p:spPr>
          <a:xfrm>
            <a:off x="-381000" y="1074375"/>
            <a:ext cx="7088251" cy="5134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1" name="Shape 211"/>
        <p:cNvGrpSpPr/>
        <p:nvPr/>
      </p:nvGrpSpPr>
      <p:grpSpPr>
        <a:xfrm>
          <a:off x="0" y="0"/>
          <a:ext cx="0" cy="0"/>
          <a:chOff x="0" y="0"/>
          <a:chExt cx="0" cy="0"/>
        </a:xfrm>
      </p:grpSpPr>
      <p:sp>
        <p:nvSpPr>
          <p:cNvPr id="212" name="Google Shape;212;p1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3" name="Google Shape;213;p12"/>
          <p:cNvSpPr txBox="1"/>
          <p:nvPr>
            <p:ph type="ctrTitle"/>
          </p:nvPr>
        </p:nvSpPr>
        <p:spPr>
          <a:xfrm>
            <a:off x="6790414" y="640080"/>
            <a:ext cx="4758458" cy="356616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Arial"/>
              <a:buNone/>
            </a:pPr>
            <a:r>
              <a:rPr lang="en-US" sz="5600"/>
              <a:t>Rack distribución-acceso</a:t>
            </a:r>
            <a:endParaRPr/>
          </a:p>
        </p:txBody>
      </p:sp>
      <p:sp>
        <p:nvSpPr>
          <p:cNvPr id="214" name="Google Shape;214;p12"/>
          <p:cNvSpPr txBox="1"/>
          <p:nvPr>
            <p:ph idx="1" type="subTitle"/>
          </p:nvPr>
        </p:nvSpPr>
        <p:spPr>
          <a:xfrm>
            <a:off x="6790412" y="4636008"/>
            <a:ext cx="4758459" cy="1572768"/>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700"/>
              <a:buNone/>
            </a:pPr>
            <a:r>
              <a:rPr lang="en-US" sz="1700"/>
              <a:t>Rack que contiene dispositivos de red intermedios que conectan los switches de acceso con la capa central (core) de la red y también conectan directamente equipos finales.</a:t>
            </a:r>
            <a:endParaRPr sz="1700"/>
          </a:p>
        </p:txBody>
      </p:sp>
      <p:pic>
        <p:nvPicPr>
          <p:cNvPr descr="Interfaz de usuario gráfica&#10;&#10;El contenido generado por IA puede ser incorrecto." id="215" name="Google Shape;215;p12"/>
          <p:cNvPicPr preferRelativeResize="0"/>
          <p:nvPr/>
        </p:nvPicPr>
        <p:blipFill rotWithShape="1">
          <a:blip r:embed="rId3">
            <a:alphaModFix/>
          </a:blip>
          <a:srcRect b="1" l="8825" r="10571" t="0"/>
          <a:stretch/>
        </p:blipFill>
        <p:spPr>
          <a:xfrm>
            <a:off x="20" y="10"/>
            <a:ext cx="6108141" cy="6857990"/>
          </a:xfrm>
          <a:custGeom>
            <a:rect b="b" l="l" r="r" t="t"/>
            <a:pathLst>
              <a:path extrusionOk="0" h="6858000" w="6108161">
                <a:moveTo>
                  <a:pt x="0" y="0"/>
                </a:moveTo>
                <a:lnTo>
                  <a:pt x="2058355" y="0"/>
                </a:lnTo>
                <a:lnTo>
                  <a:pt x="3299791" y="0"/>
                </a:lnTo>
                <a:lnTo>
                  <a:pt x="6076880" y="0"/>
                </a:lnTo>
                <a:lnTo>
                  <a:pt x="6078171" y="10931"/>
                </a:lnTo>
                <a:cubicBezTo>
                  <a:pt x="6093300" y="94836"/>
                  <a:pt x="6090630" y="179884"/>
                  <a:pt x="6094698" y="264297"/>
                </a:cubicBezTo>
                <a:cubicBezTo>
                  <a:pt x="6099656" y="367652"/>
                  <a:pt x="6093427" y="471135"/>
                  <a:pt x="6091266" y="574617"/>
                </a:cubicBezTo>
                <a:cubicBezTo>
                  <a:pt x="6089359" y="662717"/>
                  <a:pt x="6080587" y="750690"/>
                  <a:pt x="6083384" y="838916"/>
                </a:cubicBezTo>
                <a:cubicBezTo>
                  <a:pt x="6083384" y="841968"/>
                  <a:pt x="6083384" y="845019"/>
                  <a:pt x="6083384" y="848070"/>
                </a:cubicBezTo>
                <a:cubicBezTo>
                  <a:pt x="6075375" y="945068"/>
                  <a:pt x="6075375" y="1042576"/>
                  <a:pt x="6083384" y="1139574"/>
                </a:cubicBezTo>
                <a:cubicBezTo>
                  <a:pt x="6085964" y="1179950"/>
                  <a:pt x="6085240" y="1220466"/>
                  <a:pt x="6081223" y="1260728"/>
                </a:cubicBezTo>
                <a:cubicBezTo>
                  <a:pt x="6077409" y="1311960"/>
                  <a:pt x="6065204" y="1364083"/>
                  <a:pt x="6073976" y="1414934"/>
                </a:cubicBezTo>
                <a:cubicBezTo>
                  <a:pt x="6079722" y="1456784"/>
                  <a:pt x="6082913" y="1498940"/>
                  <a:pt x="6083511" y="1541172"/>
                </a:cubicBezTo>
                <a:cubicBezTo>
                  <a:pt x="6087833" y="1635755"/>
                  <a:pt x="6083638" y="1730847"/>
                  <a:pt x="6082112" y="1825685"/>
                </a:cubicBezTo>
                <a:cubicBezTo>
                  <a:pt x="6080205" y="1936286"/>
                  <a:pt x="6083002" y="2046634"/>
                  <a:pt x="6074103" y="2157235"/>
                </a:cubicBezTo>
                <a:cubicBezTo>
                  <a:pt x="6069145" y="2246581"/>
                  <a:pt x="6069145" y="2336130"/>
                  <a:pt x="6074103" y="2425476"/>
                </a:cubicBezTo>
                <a:cubicBezTo>
                  <a:pt x="6076519" y="2507473"/>
                  <a:pt x="6088850" y="2588454"/>
                  <a:pt x="6086816" y="2671214"/>
                </a:cubicBezTo>
                <a:cubicBezTo>
                  <a:pt x="6084401" y="2767832"/>
                  <a:pt x="6072959" y="2863940"/>
                  <a:pt x="6076519" y="2960685"/>
                </a:cubicBezTo>
                <a:cubicBezTo>
                  <a:pt x="6078171" y="3006832"/>
                  <a:pt x="6078299" y="3052980"/>
                  <a:pt x="6079316" y="3099127"/>
                </a:cubicBezTo>
                <a:cubicBezTo>
                  <a:pt x="6080333" y="3154682"/>
                  <a:pt x="6090376" y="3210110"/>
                  <a:pt x="6084782" y="3265665"/>
                </a:cubicBezTo>
                <a:cubicBezTo>
                  <a:pt x="6075502" y="3358087"/>
                  <a:pt x="6051475" y="3448857"/>
                  <a:pt x="6066476" y="3543567"/>
                </a:cubicBezTo>
                <a:cubicBezTo>
                  <a:pt x="6074739" y="3595690"/>
                  <a:pt x="6084146" y="3647940"/>
                  <a:pt x="6088850" y="3700571"/>
                </a:cubicBezTo>
                <a:cubicBezTo>
                  <a:pt x="6093045" y="3747608"/>
                  <a:pt x="6103724" y="3795408"/>
                  <a:pt x="6095588" y="3842191"/>
                </a:cubicBezTo>
                <a:cubicBezTo>
                  <a:pt x="6088723" y="3882237"/>
                  <a:pt x="6092410" y="3922282"/>
                  <a:pt x="6087070" y="3962327"/>
                </a:cubicBezTo>
                <a:cubicBezTo>
                  <a:pt x="6080078" y="4014831"/>
                  <a:pt x="6076265" y="4068352"/>
                  <a:pt x="6071052" y="4121111"/>
                </a:cubicBezTo>
                <a:cubicBezTo>
                  <a:pt x="6066221" y="4169038"/>
                  <a:pt x="6062662" y="4216838"/>
                  <a:pt x="6075375" y="4261841"/>
                </a:cubicBezTo>
                <a:cubicBezTo>
                  <a:pt x="6106394" y="4375112"/>
                  <a:pt x="6089359" y="4487748"/>
                  <a:pt x="6077663" y="4600257"/>
                </a:cubicBezTo>
                <a:cubicBezTo>
                  <a:pt x="6071942" y="4655049"/>
                  <a:pt x="6063552" y="4712765"/>
                  <a:pt x="6076265" y="4762853"/>
                </a:cubicBezTo>
                <a:cubicBezTo>
                  <a:pt x="6099783" y="4851716"/>
                  <a:pt x="6081350" y="4936764"/>
                  <a:pt x="6071179" y="5021432"/>
                </a:cubicBezTo>
                <a:cubicBezTo>
                  <a:pt x="6061009" y="5106099"/>
                  <a:pt x="6058594" y="5189495"/>
                  <a:pt x="6076392" y="5272637"/>
                </a:cubicBezTo>
                <a:cubicBezTo>
                  <a:pt x="6088850" y="5331116"/>
                  <a:pt x="6088850" y="5390612"/>
                  <a:pt x="6090376" y="5449600"/>
                </a:cubicBezTo>
                <a:cubicBezTo>
                  <a:pt x="6091266" y="5486339"/>
                  <a:pt x="6077663" y="5523842"/>
                  <a:pt x="6068637" y="5560582"/>
                </a:cubicBezTo>
                <a:cubicBezTo>
                  <a:pt x="6052364" y="5626943"/>
                  <a:pt x="6046517" y="5694321"/>
                  <a:pt x="6068637" y="5759029"/>
                </a:cubicBezTo>
                <a:cubicBezTo>
                  <a:pt x="6099148" y="5848655"/>
                  <a:pt x="6116691" y="5938407"/>
                  <a:pt x="6103978" y="6033117"/>
                </a:cubicBezTo>
                <a:cubicBezTo>
                  <a:pt x="6096732" y="6091724"/>
                  <a:pt x="6094952" y="6151347"/>
                  <a:pt x="6084019" y="6209190"/>
                </a:cubicBezTo>
                <a:cubicBezTo>
                  <a:pt x="6065713" y="6304790"/>
                  <a:pt x="6072196" y="6399882"/>
                  <a:pt x="6086816" y="6494211"/>
                </a:cubicBezTo>
                <a:cubicBezTo>
                  <a:pt x="6096897" y="6573081"/>
                  <a:pt x="6097965" y="6652829"/>
                  <a:pt x="6089994" y="6731941"/>
                </a:cubicBezTo>
                <a:lnTo>
                  <a:pt x="6081268" y="6858000"/>
                </a:lnTo>
                <a:lnTo>
                  <a:pt x="3299791" y="6858000"/>
                </a:lnTo>
                <a:lnTo>
                  <a:pt x="2058355" y="6858000"/>
                </a:lnTo>
                <a:lnTo>
                  <a:pt x="0" y="6858000"/>
                </a:lnTo>
                <a:close/>
              </a:path>
            </a:pathLst>
          </a:custGeom>
          <a:noFill/>
          <a:ln>
            <a:noFill/>
          </a:ln>
        </p:spPr>
      </p:pic>
      <p:sp>
        <p:nvSpPr>
          <p:cNvPr id="216" name="Google Shape;216;p12"/>
          <p:cNvSpPr/>
          <p:nvPr/>
        </p:nvSpPr>
        <p:spPr>
          <a:xfrm>
            <a:off x="6801142" y="4409267"/>
            <a:ext cx="4242816" cy="18288"/>
          </a:xfrm>
          <a:custGeom>
            <a:rect b="b" l="l" r="r" t="t"/>
            <a:pathLst>
              <a:path extrusionOk="0" fill="none" h="18288" w="4242816">
                <a:moveTo>
                  <a:pt x="0" y="0"/>
                </a:moveTo>
                <a:cubicBezTo>
                  <a:pt x="249934" y="1471"/>
                  <a:pt x="379877" y="-29444"/>
                  <a:pt x="690973" y="0"/>
                </a:cubicBezTo>
                <a:cubicBezTo>
                  <a:pt x="1002069" y="29444"/>
                  <a:pt x="1021583" y="17501"/>
                  <a:pt x="1212233" y="0"/>
                </a:cubicBezTo>
                <a:cubicBezTo>
                  <a:pt x="1402883" y="-17501"/>
                  <a:pt x="1678760" y="5386"/>
                  <a:pt x="1860778" y="0"/>
                </a:cubicBezTo>
                <a:cubicBezTo>
                  <a:pt x="2042796" y="-5386"/>
                  <a:pt x="2245608" y="-22401"/>
                  <a:pt x="2424466" y="0"/>
                </a:cubicBezTo>
                <a:cubicBezTo>
                  <a:pt x="2603324" y="22401"/>
                  <a:pt x="2890020" y="33806"/>
                  <a:pt x="3115439" y="0"/>
                </a:cubicBezTo>
                <a:cubicBezTo>
                  <a:pt x="3340858" y="-33806"/>
                  <a:pt x="3428300" y="18628"/>
                  <a:pt x="3636699" y="0"/>
                </a:cubicBezTo>
                <a:cubicBezTo>
                  <a:pt x="3845098" y="-18628"/>
                  <a:pt x="4108824" y="5541"/>
                  <a:pt x="4242816" y="0"/>
                </a:cubicBezTo>
                <a:cubicBezTo>
                  <a:pt x="4242066" y="4160"/>
                  <a:pt x="4243125" y="10356"/>
                  <a:pt x="4242816" y="18288"/>
                </a:cubicBezTo>
                <a:cubicBezTo>
                  <a:pt x="4113424" y="32735"/>
                  <a:pt x="3768327" y="47567"/>
                  <a:pt x="3636699" y="18288"/>
                </a:cubicBezTo>
                <a:cubicBezTo>
                  <a:pt x="3505071" y="-10991"/>
                  <a:pt x="3294208" y="-4990"/>
                  <a:pt x="3030583" y="18288"/>
                </a:cubicBezTo>
                <a:cubicBezTo>
                  <a:pt x="2766958" y="41566"/>
                  <a:pt x="2649277" y="20974"/>
                  <a:pt x="2466894" y="18288"/>
                </a:cubicBezTo>
                <a:cubicBezTo>
                  <a:pt x="2284511" y="15602"/>
                  <a:pt x="2151277" y="1154"/>
                  <a:pt x="1988062" y="18288"/>
                </a:cubicBezTo>
                <a:cubicBezTo>
                  <a:pt x="1824847" y="35422"/>
                  <a:pt x="1691359" y="9265"/>
                  <a:pt x="1466802" y="18288"/>
                </a:cubicBezTo>
                <a:cubicBezTo>
                  <a:pt x="1242245" y="27311"/>
                  <a:pt x="1006161" y="36605"/>
                  <a:pt x="860686" y="18288"/>
                </a:cubicBezTo>
                <a:cubicBezTo>
                  <a:pt x="715211" y="-29"/>
                  <a:pt x="242774" y="46538"/>
                  <a:pt x="0" y="18288"/>
                </a:cubicBezTo>
                <a:cubicBezTo>
                  <a:pt x="-146" y="11482"/>
                  <a:pt x="-422" y="5192"/>
                  <a:pt x="0" y="0"/>
                </a:cubicBezTo>
                <a:close/>
              </a:path>
              <a:path extrusionOk="0" h="18288" w="4242816">
                <a:moveTo>
                  <a:pt x="0" y="0"/>
                </a:moveTo>
                <a:cubicBezTo>
                  <a:pt x="259751" y="-14018"/>
                  <a:pt x="356632" y="-15007"/>
                  <a:pt x="521260" y="0"/>
                </a:cubicBezTo>
                <a:cubicBezTo>
                  <a:pt x="685888" y="15007"/>
                  <a:pt x="885786" y="5167"/>
                  <a:pt x="1212233" y="0"/>
                </a:cubicBezTo>
                <a:cubicBezTo>
                  <a:pt x="1538680" y="-5167"/>
                  <a:pt x="1458849" y="7951"/>
                  <a:pt x="1691065" y="0"/>
                </a:cubicBezTo>
                <a:cubicBezTo>
                  <a:pt x="1923281" y="-7951"/>
                  <a:pt x="1985780" y="-16303"/>
                  <a:pt x="2169897" y="0"/>
                </a:cubicBezTo>
                <a:cubicBezTo>
                  <a:pt x="2354014" y="16303"/>
                  <a:pt x="2633054" y="-2739"/>
                  <a:pt x="2776014" y="0"/>
                </a:cubicBezTo>
                <a:cubicBezTo>
                  <a:pt x="2918974" y="2739"/>
                  <a:pt x="3112688" y="-15682"/>
                  <a:pt x="3339702" y="0"/>
                </a:cubicBezTo>
                <a:cubicBezTo>
                  <a:pt x="3566716" y="15682"/>
                  <a:pt x="4015278" y="-28467"/>
                  <a:pt x="4242816" y="0"/>
                </a:cubicBezTo>
                <a:cubicBezTo>
                  <a:pt x="4243501" y="7633"/>
                  <a:pt x="4242294" y="10002"/>
                  <a:pt x="4242816" y="18288"/>
                </a:cubicBezTo>
                <a:cubicBezTo>
                  <a:pt x="3924964" y="16283"/>
                  <a:pt x="3746362" y="-1805"/>
                  <a:pt x="3551843" y="18288"/>
                </a:cubicBezTo>
                <a:cubicBezTo>
                  <a:pt x="3357324" y="38381"/>
                  <a:pt x="3126422" y="47156"/>
                  <a:pt x="2860870" y="18288"/>
                </a:cubicBezTo>
                <a:cubicBezTo>
                  <a:pt x="2595318" y="-10580"/>
                  <a:pt x="2572437" y="11441"/>
                  <a:pt x="2297182" y="18288"/>
                </a:cubicBezTo>
                <a:cubicBezTo>
                  <a:pt x="2021927" y="25135"/>
                  <a:pt x="1916908" y="33601"/>
                  <a:pt x="1733493" y="18288"/>
                </a:cubicBezTo>
                <a:cubicBezTo>
                  <a:pt x="1550078" y="2975"/>
                  <a:pt x="1412440" y="27896"/>
                  <a:pt x="1212233" y="18288"/>
                </a:cubicBezTo>
                <a:cubicBezTo>
                  <a:pt x="1012026" y="8680"/>
                  <a:pt x="914386" y="13859"/>
                  <a:pt x="648545" y="18288"/>
                </a:cubicBezTo>
                <a:cubicBezTo>
                  <a:pt x="382704" y="22717"/>
                  <a:pt x="233522" y="39342"/>
                  <a:pt x="0" y="18288"/>
                </a:cubicBezTo>
                <a:cubicBezTo>
                  <a:pt x="-772" y="13661"/>
                  <a:pt x="-839" y="849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0" name="Shape 220"/>
        <p:cNvGrpSpPr/>
        <p:nvPr/>
      </p:nvGrpSpPr>
      <p:grpSpPr>
        <a:xfrm>
          <a:off x="0" y="0"/>
          <a:ext cx="0" cy="0"/>
          <a:chOff x="0" y="0"/>
          <a:chExt cx="0" cy="0"/>
        </a:xfrm>
      </p:grpSpPr>
      <p:sp>
        <p:nvSpPr>
          <p:cNvPr id="221" name="Google Shape;221;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2" name="Google Shape;222;p13"/>
          <p:cNvSpPr/>
          <p:nvPr/>
        </p:nvSpPr>
        <p:spPr>
          <a:xfrm>
            <a:off x="0" y="0"/>
            <a:ext cx="4959047" cy="6858000"/>
          </a:xfrm>
          <a:custGeom>
            <a:rect b="b" l="l" r="r" t="t"/>
            <a:pathLst>
              <a:path extrusionOk="0" h="6858000" w="4959047">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cap="flat" cmpd="sng" w="9525">
            <a:solidFill>
              <a:srgbClr val="E6E6E6"/>
            </a:solidFill>
            <a:prstDash val="solid"/>
            <a:miter lim="800000"/>
            <a:headEnd len="sm" w="sm" type="none"/>
            <a:tailEnd len="sm" w="sm" type="none"/>
          </a:ln>
          <a:effectLst>
            <a:outerShdw blurRad="76200" rotWithShape="0" algn="l"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23" name="Google Shape;223;p13"/>
          <p:cNvSpPr/>
          <p:nvPr/>
        </p:nvSpPr>
        <p:spPr>
          <a:xfrm>
            <a:off x="0" y="0"/>
            <a:ext cx="4948887" cy="6858000"/>
          </a:xfrm>
          <a:custGeom>
            <a:rect b="b" l="l" r="r" t="t"/>
            <a:pathLst>
              <a:path extrusionOk="0" h="6858000" w="4948887">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24" name="Google Shape;224;p13"/>
          <p:cNvSpPr txBox="1"/>
          <p:nvPr>
            <p:ph type="ctrTitle"/>
          </p:nvPr>
        </p:nvSpPr>
        <p:spPr>
          <a:xfrm>
            <a:off x="477981" y="1122363"/>
            <a:ext cx="4023360" cy="320413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Arial"/>
              <a:buNone/>
            </a:pPr>
            <a:r>
              <a:rPr lang="en-US" sz="4800"/>
              <a:t>Conexión entre Racks</a:t>
            </a:r>
            <a:endParaRPr/>
          </a:p>
        </p:txBody>
      </p:sp>
      <p:sp>
        <p:nvSpPr>
          <p:cNvPr id="225" name="Google Shape;225;p13"/>
          <p:cNvSpPr txBox="1"/>
          <p:nvPr>
            <p:ph idx="1" type="subTitle"/>
          </p:nvPr>
        </p:nvSpPr>
        <p:spPr>
          <a:xfrm>
            <a:off x="477981" y="4872922"/>
            <a:ext cx="3933306" cy="1208141"/>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Clr>
                <a:schemeClr val="dk1"/>
              </a:buClr>
              <a:buSzPts val="1700"/>
              <a:buNone/>
            </a:pPr>
            <a:r>
              <a:rPr lang="en-US" sz="1700"/>
              <a:t>Este plano nos muestra el cómo </a:t>
            </a:r>
            <a:r>
              <a:rPr lang="en-US" sz="1700"/>
              <a:t>irá</a:t>
            </a:r>
            <a:r>
              <a:rPr lang="en-US" sz="1700"/>
              <a:t> conectado cada rack por un troncal de fibra óptica este estara canalizado.</a:t>
            </a:r>
            <a:endParaRPr/>
          </a:p>
        </p:txBody>
      </p:sp>
      <p:sp>
        <p:nvSpPr>
          <p:cNvPr id="226" name="Google Shape;226;p13"/>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27" name="Google Shape;227;p13"/>
          <p:cNvSpPr/>
          <p:nvPr/>
        </p:nvSpPr>
        <p:spPr>
          <a:xfrm>
            <a:off x="481029" y="4546920"/>
            <a:ext cx="402336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228" name="Google Shape;228;p13" title="DEFINITIVO-FISICO.png"/>
          <p:cNvPicPr preferRelativeResize="0"/>
          <p:nvPr/>
        </p:nvPicPr>
        <p:blipFill>
          <a:blip r:embed="rId3">
            <a:alphaModFix/>
          </a:blip>
          <a:stretch>
            <a:fillRect/>
          </a:stretch>
        </p:blipFill>
        <p:spPr>
          <a:xfrm>
            <a:off x="4875096" y="302075"/>
            <a:ext cx="7249756" cy="655592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2" name="Shape 232"/>
        <p:cNvGrpSpPr/>
        <p:nvPr/>
      </p:nvGrpSpPr>
      <p:grpSpPr>
        <a:xfrm>
          <a:off x="0" y="0"/>
          <a:ext cx="0" cy="0"/>
          <a:chOff x="0" y="0"/>
          <a:chExt cx="0" cy="0"/>
        </a:xfrm>
      </p:grpSpPr>
      <p:sp>
        <p:nvSpPr>
          <p:cNvPr id="233" name="Google Shape;233;p14"/>
          <p:cNvSpPr/>
          <p:nvPr/>
        </p:nvSpPr>
        <p:spPr>
          <a:xfrm>
            <a:off x="0" y="15240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4" name="Google Shape;234;p14"/>
          <p:cNvSpPr txBox="1"/>
          <p:nvPr>
            <p:ph type="ctrTitle"/>
          </p:nvPr>
        </p:nvSpPr>
        <p:spPr>
          <a:xfrm>
            <a:off x="477975" y="-173025"/>
            <a:ext cx="5945700" cy="32040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Arial"/>
              <a:buNone/>
            </a:pPr>
            <a:r>
              <a:rPr b="0" lang="en-US" sz="4800"/>
              <a:t>Planos Físicos de Red</a:t>
            </a:r>
            <a:endParaRPr/>
          </a:p>
          <a:p>
            <a:pPr indent="0" lvl="0" marL="0" rtl="0" algn="l">
              <a:lnSpc>
                <a:spcPct val="90000"/>
              </a:lnSpc>
              <a:spcBef>
                <a:spcPts val="0"/>
              </a:spcBef>
              <a:spcAft>
                <a:spcPts val="0"/>
              </a:spcAft>
              <a:buClr>
                <a:schemeClr val="dk1"/>
              </a:buClr>
              <a:buSzPts val="4800"/>
              <a:buFont typeface="Arial"/>
              <a:buNone/>
            </a:pPr>
            <a:r>
              <a:t/>
            </a:r>
            <a:endParaRPr sz="4800"/>
          </a:p>
        </p:txBody>
      </p:sp>
      <p:sp>
        <p:nvSpPr>
          <p:cNvPr id="235" name="Google Shape;235;p14"/>
          <p:cNvSpPr txBox="1"/>
          <p:nvPr>
            <p:ph idx="1" type="subTitle"/>
          </p:nvPr>
        </p:nvSpPr>
        <p:spPr>
          <a:xfrm>
            <a:off x="7058881" y="1712372"/>
            <a:ext cx="3933300" cy="12081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000"/>
              <a:buNone/>
            </a:pPr>
            <a:r>
              <a:rPr lang="en-US" sz="2000"/>
              <a:t>Primer piso de la Municipalidad</a:t>
            </a:r>
            <a:endParaRPr/>
          </a:p>
        </p:txBody>
      </p:sp>
      <p:sp>
        <p:nvSpPr>
          <p:cNvPr id="236" name="Google Shape;236;p14"/>
          <p:cNvSpPr/>
          <p:nvPr/>
        </p:nvSpPr>
        <p:spPr>
          <a:xfrm rot="5400000">
            <a:off x="759921"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7" name="Google Shape;237;p14"/>
          <p:cNvSpPr/>
          <p:nvPr/>
        </p:nvSpPr>
        <p:spPr>
          <a:xfrm>
            <a:off x="481029" y="2337120"/>
            <a:ext cx="4023300" cy="18300"/>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pic>
        <p:nvPicPr>
          <p:cNvPr id="238" name="Google Shape;238;p14"/>
          <p:cNvPicPr preferRelativeResize="0"/>
          <p:nvPr/>
        </p:nvPicPr>
        <p:blipFill>
          <a:blip r:embed="rId3">
            <a:alphaModFix/>
          </a:blip>
          <a:stretch>
            <a:fillRect/>
          </a:stretch>
        </p:blipFill>
        <p:spPr>
          <a:xfrm>
            <a:off x="1225550" y="2365475"/>
            <a:ext cx="9302051" cy="5209450"/>
          </a:xfrm>
          <a:prstGeom prst="rect">
            <a:avLst/>
          </a:prstGeom>
          <a:solidFill>
            <a:schemeClr val="lt1"/>
          </a:solid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2" name="Shape 242"/>
        <p:cNvGrpSpPr/>
        <p:nvPr/>
      </p:nvGrpSpPr>
      <p:grpSpPr>
        <a:xfrm>
          <a:off x="0" y="0"/>
          <a:ext cx="0" cy="0"/>
          <a:chOff x="0" y="0"/>
          <a:chExt cx="0" cy="0"/>
        </a:xfrm>
      </p:grpSpPr>
      <p:sp>
        <p:nvSpPr>
          <p:cNvPr id="243" name="Google Shape;243;g36f2743f09b_0_2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44" name="Google Shape;244;g36f2743f09b_0_25"/>
          <p:cNvSpPr txBox="1"/>
          <p:nvPr>
            <p:ph type="ctrTitle"/>
          </p:nvPr>
        </p:nvSpPr>
        <p:spPr>
          <a:xfrm>
            <a:off x="851183" y="1143000"/>
            <a:ext cx="4846200" cy="2898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b="0" lang="en-US" sz="5400"/>
              <a:t>Planos Físicos de Red</a:t>
            </a:r>
            <a:endParaRPr/>
          </a:p>
          <a:p>
            <a:pPr indent="0" lvl="0" marL="0" rtl="0" algn="l">
              <a:lnSpc>
                <a:spcPct val="90000"/>
              </a:lnSpc>
              <a:spcBef>
                <a:spcPts val="0"/>
              </a:spcBef>
              <a:spcAft>
                <a:spcPts val="0"/>
              </a:spcAft>
              <a:buClr>
                <a:schemeClr val="dk1"/>
              </a:buClr>
              <a:buSzPts val="5400"/>
              <a:buFont typeface="Arial"/>
              <a:buNone/>
            </a:pPr>
            <a:r>
              <a:t/>
            </a:r>
            <a:endParaRPr sz="5400"/>
          </a:p>
        </p:txBody>
      </p:sp>
      <p:sp>
        <p:nvSpPr>
          <p:cNvPr id="245" name="Google Shape;245;g36f2743f09b_0_25"/>
          <p:cNvSpPr txBox="1"/>
          <p:nvPr>
            <p:ph idx="1" type="subTitle"/>
          </p:nvPr>
        </p:nvSpPr>
        <p:spPr>
          <a:xfrm>
            <a:off x="6869433" y="2707633"/>
            <a:ext cx="4846200" cy="1335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400"/>
              <a:buNone/>
            </a:pPr>
            <a:r>
              <a:rPr lang="en-US" sz="2400"/>
              <a:t>Segundo piso de la Municipalidad.</a:t>
            </a:r>
            <a:endParaRPr/>
          </a:p>
        </p:txBody>
      </p:sp>
      <p:sp>
        <p:nvSpPr>
          <p:cNvPr id="246" name="Google Shape;246;g36f2743f09b_0_25"/>
          <p:cNvSpPr/>
          <p:nvPr/>
        </p:nvSpPr>
        <p:spPr>
          <a:xfrm rot="5400000">
            <a:off x="1182921" y="346833"/>
            <a:ext cx="146400" cy="7041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47" name="Google Shape;247;g36f2743f09b_0_25"/>
          <p:cNvSpPr/>
          <p:nvPr/>
        </p:nvSpPr>
        <p:spPr>
          <a:xfrm>
            <a:off x="853897" y="3263348"/>
            <a:ext cx="4824300" cy="18300"/>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248" name="Google Shape;248;g36f2743f09b_0_25"/>
          <p:cNvPicPr preferRelativeResize="0"/>
          <p:nvPr/>
        </p:nvPicPr>
        <p:blipFill>
          <a:blip r:embed="rId3">
            <a:alphaModFix/>
          </a:blip>
          <a:stretch>
            <a:fillRect/>
          </a:stretch>
        </p:blipFill>
        <p:spPr>
          <a:xfrm>
            <a:off x="0" y="3356823"/>
            <a:ext cx="12192002" cy="3880504"/>
          </a:xfrm>
          <a:prstGeom prst="rect">
            <a:avLst/>
          </a:prstGeom>
          <a:solidFill>
            <a:schemeClr val="lt1"/>
          </a:solid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2" name="Shape 252"/>
        <p:cNvGrpSpPr/>
        <p:nvPr/>
      </p:nvGrpSpPr>
      <p:grpSpPr>
        <a:xfrm>
          <a:off x="0" y="0"/>
          <a:ext cx="0" cy="0"/>
          <a:chOff x="0" y="0"/>
          <a:chExt cx="0" cy="0"/>
        </a:xfrm>
      </p:grpSpPr>
      <p:sp>
        <p:nvSpPr>
          <p:cNvPr id="253" name="Google Shape;253;p1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54" name="Google Shape;254;p15"/>
          <p:cNvSpPr txBox="1"/>
          <p:nvPr>
            <p:ph type="ctrTitle"/>
          </p:nvPr>
        </p:nvSpPr>
        <p:spPr>
          <a:xfrm>
            <a:off x="851183" y="1143000"/>
            <a:ext cx="4846320" cy="289864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Arial"/>
              <a:buNone/>
            </a:pPr>
            <a:r>
              <a:rPr b="0" lang="en-US" sz="5400"/>
              <a:t>Planos Físicos de Red</a:t>
            </a:r>
            <a:endParaRPr/>
          </a:p>
          <a:p>
            <a:pPr indent="0" lvl="0" marL="0" rtl="0" algn="l">
              <a:lnSpc>
                <a:spcPct val="90000"/>
              </a:lnSpc>
              <a:spcBef>
                <a:spcPts val="0"/>
              </a:spcBef>
              <a:spcAft>
                <a:spcPts val="0"/>
              </a:spcAft>
              <a:buClr>
                <a:schemeClr val="dk1"/>
              </a:buClr>
              <a:buSzPts val="5400"/>
              <a:buFont typeface="Arial"/>
              <a:buNone/>
            </a:pPr>
            <a:r>
              <a:t/>
            </a:r>
            <a:endParaRPr sz="5400"/>
          </a:p>
        </p:txBody>
      </p:sp>
      <p:sp>
        <p:nvSpPr>
          <p:cNvPr id="255" name="Google Shape;255;p15"/>
          <p:cNvSpPr txBox="1"/>
          <p:nvPr>
            <p:ph idx="1" type="subTitle"/>
          </p:nvPr>
        </p:nvSpPr>
        <p:spPr>
          <a:xfrm>
            <a:off x="6964683" y="2558983"/>
            <a:ext cx="4846200" cy="13350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2400"/>
              <a:buNone/>
            </a:pPr>
            <a:r>
              <a:rPr lang="en-US" sz="2400"/>
              <a:t>T</a:t>
            </a:r>
            <a:r>
              <a:rPr lang="en-US" sz="2400"/>
              <a:t>ercer piso de la Municipalidad.</a:t>
            </a:r>
            <a:endParaRPr/>
          </a:p>
        </p:txBody>
      </p:sp>
      <p:sp>
        <p:nvSpPr>
          <p:cNvPr id="256" name="Google Shape;256;p15"/>
          <p:cNvSpPr/>
          <p:nvPr/>
        </p:nvSpPr>
        <p:spPr>
          <a:xfrm rot="5400000">
            <a:off x="1182975"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57" name="Google Shape;257;p15"/>
          <p:cNvSpPr/>
          <p:nvPr/>
        </p:nvSpPr>
        <p:spPr>
          <a:xfrm>
            <a:off x="853897" y="3263348"/>
            <a:ext cx="4824300" cy="18300"/>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id="258" name="Google Shape;258;p15"/>
          <p:cNvPicPr preferRelativeResize="0"/>
          <p:nvPr/>
        </p:nvPicPr>
        <p:blipFill>
          <a:blip r:embed="rId3">
            <a:alphaModFix/>
          </a:blip>
          <a:stretch>
            <a:fillRect/>
          </a:stretch>
        </p:blipFill>
        <p:spPr>
          <a:xfrm>
            <a:off x="236175" y="3853712"/>
            <a:ext cx="11955699" cy="318223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 name="Shape 262"/>
        <p:cNvGrpSpPr/>
        <p:nvPr/>
      </p:nvGrpSpPr>
      <p:grpSpPr>
        <a:xfrm>
          <a:off x="0" y="0"/>
          <a:ext cx="0" cy="0"/>
          <a:chOff x="0" y="0"/>
          <a:chExt cx="0" cy="0"/>
        </a:xfrm>
      </p:grpSpPr>
      <p:sp>
        <p:nvSpPr>
          <p:cNvPr id="263" name="Google Shape;263;p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64" name="Google Shape;264;p16"/>
          <p:cNvSpPr txBox="1"/>
          <p:nvPr>
            <p:ph type="ctrTitle"/>
          </p:nvPr>
        </p:nvSpPr>
        <p:spPr>
          <a:xfrm>
            <a:off x="267611" y="355990"/>
            <a:ext cx="6707100" cy="12615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Arial"/>
              <a:buNone/>
            </a:pPr>
            <a:r>
              <a:rPr b="1" lang="en-US" sz="6600">
                <a:latin typeface="Arial"/>
                <a:ea typeface="Arial"/>
                <a:cs typeface="Arial"/>
                <a:sym typeface="Arial"/>
              </a:rPr>
              <a:t>Cotización</a:t>
            </a:r>
            <a:endParaRPr/>
          </a:p>
        </p:txBody>
      </p:sp>
      <p:sp>
        <p:nvSpPr>
          <p:cNvPr id="265" name="Google Shape;265;p16"/>
          <p:cNvSpPr txBox="1"/>
          <p:nvPr>
            <p:ph idx="1" type="subTitle"/>
          </p:nvPr>
        </p:nvSpPr>
        <p:spPr>
          <a:xfrm>
            <a:off x="177722" y="1755698"/>
            <a:ext cx="4867200" cy="1569600"/>
          </a:xfrm>
          <a:prstGeom prst="rect">
            <a:avLst/>
          </a:prstGeom>
          <a:noFill/>
          <a:ln>
            <a:noFill/>
          </a:ln>
        </p:spPr>
        <p:txBody>
          <a:bodyPr anchorCtr="0" anchor="t" bIns="45700" lIns="91425" spcFirstLastPara="1" rIns="91425" wrap="square" tIns="45700">
            <a:normAutofit/>
          </a:bodyPr>
          <a:lstStyle/>
          <a:p>
            <a:pPr indent="0" lvl="0" marL="0" rtl="0" algn="l">
              <a:lnSpc>
                <a:spcPct val="120000"/>
              </a:lnSpc>
              <a:spcBef>
                <a:spcPts val="0"/>
              </a:spcBef>
              <a:spcAft>
                <a:spcPts val="0"/>
              </a:spcAft>
              <a:buClr>
                <a:schemeClr val="dk1"/>
              </a:buClr>
              <a:buSzPts val="1600"/>
              <a:buNone/>
            </a:pPr>
            <a:r>
              <a:rPr lang="en-US" sz="1600">
                <a:latin typeface="Arial"/>
                <a:ea typeface="Arial"/>
                <a:cs typeface="Arial"/>
                <a:sym typeface="Arial"/>
              </a:rPr>
              <a:t>Se cotizaron los materiales y equipos a ocupar dando un costo total de 101.126.919.</a:t>
            </a:r>
            <a:endParaRPr sz="1600"/>
          </a:p>
        </p:txBody>
      </p:sp>
      <p:sp>
        <p:nvSpPr>
          <p:cNvPr id="266" name="Google Shape;266;p16"/>
          <p:cNvSpPr/>
          <p:nvPr/>
        </p:nvSpPr>
        <p:spPr>
          <a:xfrm>
            <a:off x="177737" y="1617492"/>
            <a:ext cx="4243589" cy="27432"/>
          </a:xfrm>
          <a:custGeom>
            <a:rect b="b" l="l" r="r" t="t"/>
            <a:pathLst>
              <a:path extrusionOk="0" fill="none" h="27432" w="4243589">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extrusionOk="0" h="27432" w="4243589">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aphicFrame>
        <p:nvGraphicFramePr>
          <p:cNvPr id="267" name="Google Shape;267;p16"/>
          <p:cNvGraphicFramePr/>
          <p:nvPr/>
        </p:nvGraphicFramePr>
        <p:xfrm>
          <a:off x="76206" y="3873772"/>
          <a:ext cx="3000000" cy="3000000"/>
        </p:xfrm>
        <a:graphic>
          <a:graphicData uri="http://schemas.openxmlformats.org/drawingml/2006/table">
            <a:tbl>
              <a:tblPr bandRow="1" firstRow="1">
                <a:noFill/>
                <a:tableStyleId>{50036C7D-2CA4-49F1-84CB-C495813DEA97}</a:tableStyleId>
              </a:tblPr>
              <a:tblGrid>
                <a:gridCol w="2015375"/>
                <a:gridCol w="976700"/>
                <a:gridCol w="948350"/>
                <a:gridCol w="1027575"/>
              </a:tblGrid>
              <a:tr h="598875">
                <a:tc>
                  <a:txBody>
                    <a:bodyPr/>
                    <a:lstStyle/>
                    <a:p>
                      <a:pPr indent="0" lvl="0" marL="0" marR="0" rtl="0" algn="l">
                        <a:spcBef>
                          <a:spcPts val="0"/>
                        </a:spcBef>
                        <a:spcAft>
                          <a:spcPts val="0"/>
                        </a:spcAft>
                        <a:buClr>
                          <a:schemeClr val="dk1"/>
                        </a:buClr>
                        <a:buSzPts val="1200"/>
                        <a:buFont typeface="Arial"/>
                        <a:buNone/>
                      </a:pPr>
                      <a:r>
                        <a:rPr b="1" lang="en-US" sz="1200" u="none" cap="none" strike="noStrike">
                          <a:solidFill>
                            <a:schemeClr val="dk1"/>
                          </a:solidFill>
                        </a:rPr>
                        <a:t>Equipo</a:t>
                      </a:r>
                      <a:endParaRPr/>
                    </a:p>
                  </a:txBody>
                  <a:tcPr marT="35400" marB="35400" marR="707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b="1" lang="en-US" sz="1200" u="none" cap="none" strike="noStrike">
                          <a:solidFill>
                            <a:schemeClr val="dk1"/>
                          </a:solidFill>
                        </a:rPr>
                        <a:t>Cantidad</a:t>
                      </a:r>
                      <a:endParaRPr/>
                    </a:p>
                  </a:txBody>
                  <a:tcPr marT="35400" marB="35400" marR="707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b="1" lang="en-US" sz="1200" u="none" cap="none" strike="noStrike">
                          <a:solidFill>
                            <a:schemeClr val="dk1"/>
                          </a:solidFill>
                        </a:rPr>
                        <a:t>Precio Unitario</a:t>
                      </a:r>
                      <a:endParaRPr/>
                    </a:p>
                  </a:txBody>
                  <a:tcPr marT="35400" marB="35400" marR="707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200"/>
                        <a:buFont typeface="Arial"/>
                        <a:buNone/>
                      </a:pPr>
                      <a:r>
                        <a:rPr b="1" lang="en-US" sz="1200" u="none" cap="none" strike="noStrike">
                          <a:solidFill>
                            <a:schemeClr val="dk1"/>
                          </a:solidFill>
                        </a:rPr>
                        <a:t>Total</a:t>
                      </a:r>
                      <a:endParaRPr/>
                    </a:p>
                  </a:txBody>
                  <a:tcPr marT="35400" marB="35400" marR="707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80300">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 Cisco Catalyst C9500-24Y4C</a:t>
                      </a:r>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4</a:t>
                      </a:r>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$5.478.820</a:t>
                      </a:r>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$21.915.280</a:t>
                      </a:r>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1"/>
                      </a:solidFill>
                      <a:prstDash val="solid"/>
                      <a:round/>
                      <a:headEnd len="sm" w="sm" type="none"/>
                      <a:tailEnd len="sm" w="sm" type="none"/>
                    </a:lnB>
                  </a:tcPr>
                </a:tc>
              </a:tr>
              <a:tr h="480300">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 Cisco Catalyst C9300-48P-A</a:t>
                      </a:r>
                      <a:endParaRPr/>
                    </a:p>
                  </a:txBody>
                  <a:tcPr marT="35400" marB="35400" marR="70825" marL="354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3F7F5"/>
                    </a:solidFill>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18</a:t>
                      </a:r>
                      <a:endParaRPr/>
                    </a:p>
                  </a:txBody>
                  <a:tcPr marT="35400" marB="35400" marR="70825" marL="354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3F7F5"/>
                    </a:solidFill>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$4.100.000</a:t>
                      </a:r>
                      <a:endParaRPr/>
                    </a:p>
                  </a:txBody>
                  <a:tcPr marT="35400" marB="35400" marR="70825" marL="354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3F7F5"/>
                    </a:solidFill>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$73.800.000</a:t>
                      </a:r>
                      <a:endParaRPr/>
                    </a:p>
                  </a:txBody>
                  <a:tcPr marT="35400" marB="35400" marR="70825" marL="354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3F7F5"/>
                    </a:solidFill>
                  </a:tcPr>
                </a:tc>
              </a:tr>
              <a:tr h="480300">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 Server Dell PowerEdge R440</a:t>
                      </a:r>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2</a:t>
                      </a:r>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$1.544.897</a:t>
                      </a:r>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$3.089.794</a:t>
                      </a:r>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accent1"/>
                      </a:solidFill>
                      <a:prstDash val="solid"/>
                      <a:round/>
                      <a:headEnd len="sm" w="sm" type="none"/>
                      <a:tailEnd len="sm" w="sm" type="none"/>
                    </a:lnB>
                  </a:tcPr>
                </a:tc>
              </a:tr>
              <a:tr h="480300">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 Cable Fibra Óptica Multimodo (50/125, 4 fibras)</a:t>
                      </a:r>
                      <a:endParaRPr/>
                    </a:p>
                  </a:txBody>
                  <a:tcPr marT="35400" marB="35400" marR="70825" marL="354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3F7F5"/>
                    </a:solidFill>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1500 m</a:t>
                      </a:r>
                      <a:endParaRPr/>
                    </a:p>
                  </a:txBody>
                  <a:tcPr marT="35400" marB="35400" marR="70825" marL="354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3F7F5"/>
                    </a:solidFill>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a:t>
                      </a:r>
                      <a:endParaRPr/>
                    </a:p>
                  </a:txBody>
                  <a:tcPr marT="35400" marB="35400" marR="70825" marL="354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3F7F5"/>
                    </a:solidFill>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$1.101.000</a:t>
                      </a:r>
                      <a:endParaRPr/>
                    </a:p>
                  </a:txBody>
                  <a:tcPr marT="35400" marB="35400" marR="70825" marL="354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3F7F5"/>
                    </a:solidFill>
                  </a:tcPr>
                </a:tc>
              </a:tr>
              <a:tr h="302425">
                <a:tc>
                  <a:txBody>
                    <a:bodyPr/>
                    <a:lstStyle/>
                    <a:p>
                      <a:pPr indent="0" lvl="0" marL="0" marR="0" rtl="0" algn="l">
                        <a:spcBef>
                          <a:spcPts val="0"/>
                        </a:spcBef>
                        <a:spcAft>
                          <a:spcPts val="0"/>
                        </a:spcAft>
                        <a:buClr>
                          <a:schemeClr val="dk1"/>
                        </a:buClr>
                        <a:buSzPts val="900"/>
                        <a:buFont typeface="Arial"/>
                        <a:buNone/>
                      </a:pPr>
                      <a:r>
                        <a:rPr b="1" lang="en-US" sz="900" u="none" cap="none" strike="noStrike">
                          <a:solidFill>
                            <a:schemeClr val="dk1"/>
                          </a:solidFill>
                        </a:rPr>
                        <a:t>💰 Total General</a:t>
                      </a:r>
                      <a:endParaRPr sz="900" u="none" cap="none" strike="noStrike">
                        <a:solidFill>
                          <a:schemeClr val="dk1"/>
                        </a:solidFill>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a:t>
                      </a:r>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lang="en-US" sz="900" u="none" cap="none" strike="noStrike">
                          <a:solidFill>
                            <a:schemeClr val="dk1"/>
                          </a:solidFill>
                        </a:rPr>
                        <a:t>—</a:t>
                      </a:r>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b="1" lang="en-US" sz="900" u="none" cap="none" strike="noStrike">
                          <a:solidFill>
                            <a:schemeClr val="dk1"/>
                          </a:solidFill>
                        </a:rPr>
                        <a:t>$99.906.074</a:t>
                      </a:r>
                      <a:endParaRPr sz="900" u="none" cap="none" strike="noStrike">
                        <a:solidFill>
                          <a:schemeClr val="dk1"/>
                        </a:solidFill>
                      </a:endParaRPr>
                    </a:p>
                  </a:txBody>
                  <a:tcPr marT="35400" marB="35400" marR="70825" marL="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68" name="Google Shape;268;p16"/>
          <p:cNvPicPr preferRelativeResize="0"/>
          <p:nvPr/>
        </p:nvPicPr>
        <p:blipFill rotWithShape="1">
          <a:blip r:embed="rId3">
            <a:alphaModFix/>
          </a:blip>
          <a:srcRect b="0" l="0" r="0" t="0"/>
          <a:stretch/>
        </p:blipFill>
        <p:spPr>
          <a:xfrm>
            <a:off x="5141949" y="1208101"/>
            <a:ext cx="6925600" cy="5649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2" name="Shape 272"/>
        <p:cNvGrpSpPr/>
        <p:nvPr/>
      </p:nvGrpSpPr>
      <p:grpSpPr>
        <a:xfrm>
          <a:off x="0" y="0"/>
          <a:ext cx="0" cy="0"/>
          <a:chOff x="0" y="0"/>
          <a:chExt cx="0" cy="0"/>
        </a:xfrm>
      </p:grpSpPr>
      <p:sp>
        <p:nvSpPr>
          <p:cNvPr id="273" name="Google Shape;273;p1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Por qué formarse en Ciberseguridad? - Itop Academy" id="274" name="Google Shape;274;p17"/>
          <p:cNvPicPr preferRelativeResize="0"/>
          <p:nvPr/>
        </p:nvPicPr>
        <p:blipFill rotWithShape="1">
          <a:blip r:embed="rId3">
            <a:alphaModFix/>
          </a:blip>
          <a:srcRect b="1171" l="0" r="32286" t="3590"/>
          <a:stretch/>
        </p:blipFill>
        <p:spPr>
          <a:xfrm>
            <a:off x="3523488" y="10"/>
            <a:ext cx="8668512" cy="6857990"/>
          </a:xfrm>
          <a:prstGeom prst="rect">
            <a:avLst/>
          </a:prstGeom>
          <a:noFill/>
          <a:ln>
            <a:noFill/>
          </a:ln>
        </p:spPr>
      </p:pic>
      <p:sp>
        <p:nvSpPr>
          <p:cNvPr id="275" name="Google Shape;275;p17"/>
          <p:cNvSpPr/>
          <p:nvPr/>
        </p:nvSpPr>
        <p:spPr>
          <a:xfrm>
            <a:off x="2" y="0"/>
            <a:ext cx="9756601" cy="6858000"/>
          </a:xfrm>
          <a:prstGeom prst="rect">
            <a:avLst/>
          </a:prstGeom>
          <a:gradFill>
            <a:gsLst>
              <a:gs pos="0">
                <a:srgbClr val="FFFFFF">
                  <a:alpha val="0"/>
                </a:srgbClr>
              </a:gs>
              <a:gs pos="19000">
                <a:srgbClr val="FFFFFF">
                  <a:alpha val="37647"/>
                </a:srgbClr>
              </a:gs>
              <a:gs pos="35000">
                <a:srgbClr val="FFFFFF">
                  <a:alpha val="77647"/>
                </a:srgbClr>
              </a:gs>
              <a:gs pos="5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76" name="Google Shape;276;p17"/>
          <p:cNvSpPr txBox="1"/>
          <p:nvPr>
            <p:ph type="ctrTitle"/>
          </p:nvPr>
        </p:nvSpPr>
        <p:spPr>
          <a:xfrm>
            <a:off x="371094" y="1161288"/>
            <a:ext cx="3438144" cy="11247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Arial"/>
              <a:buNone/>
            </a:pPr>
            <a:r>
              <a:rPr lang="en-US" sz="2400"/>
              <a:t>Ley N.º 21.663 – Ley Marco de Ciberseguridad</a:t>
            </a:r>
            <a:endParaRPr/>
          </a:p>
        </p:txBody>
      </p:sp>
      <p:sp>
        <p:nvSpPr>
          <p:cNvPr id="277" name="Google Shape;277;p17"/>
          <p:cNvSpPr/>
          <p:nvPr/>
        </p:nvSpPr>
        <p:spPr>
          <a:xfrm rot="5400000">
            <a:off x="662559" y="605790"/>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78" name="Google Shape;278;p17"/>
          <p:cNvSpPr/>
          <p:nvPr/>
        </p:nvSpPr>
        <p:spPr>
          <a:xfrm>
            <a:off x="428244" y="2443480"/>
            <a:ext cx="3300984" cy="9144"/>
          </a:xfrm>
          <a:prstGeom prst="rect">
            <a:avLst/>
          </a:prstGeom>
          <a:solidFill>
            <a:srgbClr val="D5D5D5"/>
          </a:solidFill>
          <a:ln cap="flat" cmpd="sng" w="9525">
            <a:solidFill>
              <a:srgbClr val="D5D5D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79" name="Google Shape;279;p17"/>
          <p:cNvSpPr txBox="1"/>
          <p:nvPr>
            <p:ph idx="1" type="subTitle"/>
          </p:nvPr>
        </p:nvSpPr>
        <p:spPr>
          <a:xfrm>
            <a:off x="371094" y="2718054"/>
            <a:ext cx="3438906" cy="3207258"/>
          </a:xfrm>
          <a:prstGeom prst="rect">
            <a:avLst/>
          </a:prstGeom>
          <a:noFill/>
          <a:ln>
            <a:noFill/>
          </a:ln>
        </p:spPr>
        <p:txBody>
          <a:bodyPr anchorCtr="0" anchor="t" bIns="45700" lIns="91425" spcFirstLastPara="1" rIns="91425" wrap="square" tIns="45700">
            <a:normAutofit/>
          </a:bodyPr>
          <a:lstStyle/>
          <a:p>
            <a:pPr indent="-228600" lvl="0" marL="342900" rtl="0" algn="l">
              <a:lnSpc>
                <a:spcPct val="90000"/>
              </a:lnSpc>
              <a:spcBef>
                <a:spcPts val="0"/>
              </a:spcBef>
              <a:spcAft>
                <a:spcPts val="0"/>
              </a:spcAft>
              <a:buClr>
                <a:schemeClr val="dk1"/>
              </a:buClr>
              <a:buSzPts val="1400"/>
              <a:buFont typeface="Arial"/>
              <a:buChar char="•"/>
            </a:pPr>
            <a:r>
              <a:rPr lang="en-US" sz="1400"/>
              <a:t>Cumplimiento de normativas internacionales ISO</a:t>
            </a:r>
            <a:endParaRPr/>
          </a:p>
          <a:p>
            <a:pPr indent="-228600" lvl="0" marL="342900" rtl="0" algn="l">
              <a:lnSpc>
                <a:spcPct val="90000"/>
              </a:lnSpc>
              <a:spcBef>
                <a:spcPts val="1000"/>
              </a:spcBef>
              <a:spcAft>
                <a:spcPts val="0"/>
              </a:spcAft>
              <a:buClr>
                <a:schemeClr val="dk1"/>
              </a:buClr>
              <a:buSzPts val="1400"/>
              <a:buFont typeface="Arial"/>
              <a:buChar char="•"/>
            </a:pPr>
            <a:r>
              <a:rPr lang="en-US" sz="1400"/>
              <a:t>Encargado de ciberseguridad dentro de la Municipalidad.</a:t>
            </a:r>
            <a:endParaRPr/>
          </a:p>
          <a:p>
            <a:pPr indent="-228600" lvl="0" marL="342900" rtl="0" algn="l">
              <a:lnSpc>
                <a:spcPct val="90000"/>
              </a:lnSpc>
              <a:spcBef>
                <a:spcPts val="1000"/>
              </a:spcBef>
              <a:spcAft>
                <a:spcPts val="0"/>
              </a:spcAft>
              <a:buClr>
                <a:schemeClr val="dk1"/>
              </a:buClr>
              <a:buSzPts val="1400"/>
              <a:buFont typeface="Arial"/>
              <a:buChar char="•"/>
            </a:pPr>
            <a:r>
              <a:rPr lang="en-US" sz="1400"/>
              <a:t>Sistemas Críticos de Municipalidad</a:t>
            </a:r>
            <a:endParaRPr/>
          </a:p>
          <a:p>
            <a:pPr indent="-228600" lvl="0" marL="342900" rtl="0" algn="l">
              <a:lnSpc>
                <a:spcPct val="90000"/>
              </a:lnSpc>
              <a:spcBef>
                <a:spcPts val="1000"/>
              </a:spcBef>
              <a:spcAft>
                <a:spcPts val="0"/>
              </a:spcAft>
              <a:buClr>
                <a:schemeClr val="dk1"/>
              </a:buClr>
              <a:buSzPts val="1400"/>
              <a:buFont typeface="Arial"/>
              <a:buChar char="•"/>
            </a:pPr>
            <a:r>
              <a:rPr lang="en-US" sz="1400"/>
              <a:t>Niveles de Alerta Definidos</a:t>
            </a:r>
            <a:endParaRPr/>
          </a:p>
          <a:p>
            <a:pPr indent="-228600" lvl="0" marL="342900" rtl="0" algn="l">
              <a:lnSpc>
                <a:spcPct val="90000"/>
              </a:lnSpc>
              <a:spcBef>
                <a:spcPts val="1000"/>
              </a:spcBef>
              <a:spcAft>
                <a:spcPts val="0"/>
              </a:spcAft>
              <a:buClr>
                <a:schemeClr val="dk1"/>
              </a:buClr>
              <a:buSzPts val="1400"/>
              <a:buFont typeface="Arial"/>
              <a:buChar char="•"/>
            </a:pPr>
            <a:r>
              <a:rPr lang="en-US" sz="1400"/>
              <a:t>Tiempos Máximos de Contención según el nivel</a:t>
            </a:r>
            <a:endParaRPr/>
          </a:p>
          <a:p>
            <a:pPr indent="-228600" lvl="0" marL="342900" rtl="0" algn="l">
              <a:lnSpc>
                <a:spcPct val="90000"/>
              </a:lnSpc>
              <a:spcBef>
                <a:spcPts val="1000"/>
              </a:spcBef>
              <a:spcAft>
                <a:spcPts val="0"/>
              </a:spcAft>
              <a:buClr>
                <a:schemeClr val="dk1"/>
              </a:buClr>
              <a:buSzPts val="1400"/>
              <a:buFont typeface="Arial"/>
              <a:buChar char="•"/>
            </a:pPr>
            <a:r>
              <a:rPr lang="en-US" sz="1400"/>
              <a:t>Programa de Capacitación</a:t>
            </a:r>
            <a:endParaRPr/>
          </a:p>
          <a:p>
            <a:pPr indent="-228600" lvl="0" marL="342900" rtl="0" algn="l">
              <a:lnSpc>
                <a:spcPct val="90000"/>
              </a:lnSpc>
              <a:spcBef>
                <a:spcPts val="1000"/>
              </a:spcBef>
              <a:spcAft>
                <a:spcPts val="0"/>
              </a:spcAft>
              <a:buClr>
                <a:schemeClr val="dk1"/>
              </a:buClr>
              <a:buSzPts val="1400"/>
              <a:buFont typeface="Arial"/>
              <a:buChar char="•"/>
            </a:pPr>
            <a:r>
              <a:rPr lang="en-US" sz="1400"/>
              <a:t>Gestión Documental de Incidentes</a:t>
            </a:r>
            <a:endParaRPr/>
          </a:p>
          <a:p>
            <a:pPr indent="-228600" lvl="0" marL="342900" rtl="0" algn="l">
              <a:lnSpc>
                <a:spcPct val="90000"/>
              </a:lnSpc>
              <a:spcBef>
                <a:spcPts val="1000"/>
              </a:spcBef>
              <a:spcAft>
                <a:spcPts val="0"/>
              </a:spcAft>
              <a:buClr>
                <a:schemeClr val="dk1"/>
              </a:buClr>
              <a:buSzPts val="1400"/>
              <a:buFont typeface="Arial"/>
              <a:buChar char="•"/>
            </a:pPr>
            <a:r>
              <a:rPr lang="en-US" sz="1400"/>
              <a:t> Auditorias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3" name="Shape 283"/>
        <p:cNvGrpSpPr/>
        <p:nvPr/>
      </p:nvGrpSpPr>
      <p:grpSpPr>
        <a:xfrm>
          <a:off x="0" y="0"/>
          <a:ext cx="0" cy="0"/>
          <a:chOff x="0" y="0"/>
          <a:chExt cx="0" cy="0"/>
        </a:xfrm>
      </p:grpSpPr>
      <p:sp>
        <p:nvSpPr>
          <p:cNvPr id="284" name="Google Shape;284;p1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85" name="Google Shape;285;p18"/>
          <p:cNvSpPr/>
          <p:nvPr/>
        </p:nvSpPr>
        <p:spPr>
          <a:xfrm>
            <a:off x="409575" y="633619"/>
            <a:ext cx="4279383" cy="5495925"/>
          </a:xfrm>
          <a:prstGeom prst="rect">
            <a:avLst/>
          </a:prstGeom>
          <a:solidFill>
            <a:schemeClr val="lt1"/>
          </a:solidFill>
          <a:ln cap="flat" cmpd="sng" w="9525">
            <a:solidFill>
              <a:srgbClr val="DEDEDE"/>
            </a:solidFill>
            <a:prstDash val="solid"/>
            <a:miter lim="800000"/>
            <a:headEnd len="sm" w="sm" type="none"/>
            <a:tailEnd len="sm" w="sm" type="none"/>
          </a:ln>
          <a:effectLst>
            <a:outerShdw blurRad="50800" rotWithShape="0" algn="tl" dir="2700000"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6" name="Google Shape;286;p18"/>
          <p:cNvSpPr txBox="1"/>
          <p:nvPr>
            <p:ph type="ctrTitle"/>
          </p:nvPr>
        </p:nvSpPr>
        <p:spPr>
          <a:xfrm>
            <a:off x="841247" y="762959"/>
            <a:ext cx="3410712" cy="11064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Niveles de Alerta Definidos y Tiempos Máximos de Contención según el nivel:</a:t>
            </a:r>
            <a:endParaRPr/>
          </a:p>
        </p:txBody>
      </p:sp>
      <p:sp>
        <p:nvSpPr>
          <p:cNvPr id="287" name="Google Shape;287;p18"/>
          <p:cNvSpPr/>
          <p:nvPr/>
        </p:nvSpPr>
        <p:spPr>
          <a:xfrm>
            <a:off x="345567" y="1171300"/>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8" name="Google Shape;288;p18"/>
          <p:cNvSpPr/>
          <p:nvPr/>
        </p:nvSpPr>
        <p:spPr>
          <a:xfrm>
            <a:off x="877459" y="2093976"/>
            <a:ext cx="3328416" cy="9144"/>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9" name="Google Shape;289;p18"/>
          <p:cNvSpPr txBox="1"/>
          <p:nvPr>
            <p:ph idx="1" type="subTitle"/>
          </p:nvPr>
        </p:nvSpPr>
        <p:spPr>
          <a:xfrm>
            <a:off x="884380" y="2094719"/>
            <a:ext cx="3412219" cy="356025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Font typeface="Arial"/>
              <a:buChar char="•"/>
            </a:pPr>
            <a:r>
              <a:rPr lang="en-US" sz="1400"/>
              <a:t>Nivel 1: Detecta cinco eventos correlacionados en menos de 15 minutos.</a:t>
            </a:r>
            <a:endParaRPr/>
          </a:p>
          <a:p>
            <a:pPr indent="0" lvl="0" marL="0" rtl="0" algn="l">
              <a:lnSpc>
                <a:spcPct val="90000"/>
              </a:lnSpc>
              <a:spcBef>
                <a:spcPts val="1000"/>
              </a:spcBef>
              <a:spcAft>
                <a:spcPts val="0"/>
              </a:spcAft>
              <a:buClr>
                <a:schemeClr val="dk1"/>
              </a:buClr>
              <a:buSzPts val="1400"/>
              <a:buFont typeface="Arial"/>
              <a:buChar char="•"/>
            </a:pPr>
            <a:r>
              <a:rPr lang="en-US" sz="1400"/>
              <a:t>Nivel 3: Aplica ante caída de servicios en una VLAN crítica.</a:t>
            </a:r>
            <a:endParaRPr/>
          </a:p>
          <a:p>
            <a:pPr indent="0" lvl="0" marL="0" rtl="0" algn="l">
              <a:lnSpc>
                <a:spcPct val="90000"/>
              </a:lnSpc>
              <a:spcBef>
                <a:spcPts val="1000"/>
              </a:spcBef>
              <a:spcAft>
                <a:spcPts val="0"/>
              </a:spcAft>
              <a:buClr>
                <a:schemeClr val="dk1"/>
              </a:buClr>
              <a:buSzPts val="1400"/>
              <a:buFont typeface="Arial"/>
              <a:buChar char="•"/>
            </a:pPr>
            <a:r>
              <a:rPr lang="en-US" sz="1400"/>
              <a:t>Nivel 5: Activado por exfiltración de datos mayor a 1 GB.</a:t>
            </a:r>
            <a:endParaRPr/>
          </a:p>
          <a:p>
            <a:pPr indent="0" lvl="0" marL="0" rtl="0" algn="l">
              <a:lnSpc>
                <a:spcPct val="90000"/>
              </a:lnSpc>
              <a:spcBef>
                <a:spcPts val="1000"/>
              </a:spcBef>
              <a:spcAft>
                <a:spcPts val="0"/>
              </a:spcAft>
              <a:buClr>
                <a:schemeClr val="dk1"/>
              </a:buClr>
              <a:buSzPts val="1400"/>
              <a:buNone/>
            </a:pPr>
            <a:r>
              <a:rPr lang="en-US" sz="1400"/>
              <a:t>Tiempos Máximos de Contención según el nivel:</a:t>
            </a:r>
            <a:endParaRPr/>
          </a:p>
          <a:p>
            <a:pPr indent="0" lvl="0" marL="0" rtl="0" algn="l">
              <a:lnSpc>
                <a:spcPct val="90000"/>
              </a:lnSpc>
              <a:spcBef>
                <a:spcPts val="1000"/>
              </a:spcBef>
              <a:spcAft>
                <a:spcPts val="0"/>
              </a:spcAft>
              <a:buClr>
                <a:schemeClr val="dk1"/>
              </a:buClr>
              <a:buSzPts val="1400"/>
              <a:buFont typeface="Arial"/>
              <a:buChar char="•"/>
            </a:pPr>
            <a:r>
              <a:rPr lang="en-US" sz="1400"/>
              <a:t>Nivel 1: Contención en un máximo de 4 horas.</a:t>
            </a:r>
            <a:endParaRPr/>
          </a:p>
          <a:p>
            <a:pPr indent="0" lvl="0" marL="0" rtl="0" algn="l">
              <a:lnSpc>
                <a:spcPct val="90000"/>
              </a:lnSpc>
              <a:spcBef>
                <a:spcPts val="1000"/>
              </a:spcBef>
              <a:spcAft>
                <a:spcPts val="0"/>
              </a:spcAft>
              <a:buClr>
                <a:schemeClr val="dk1"/>
              </a:buClr>
              <a:buSzPts val="1400"/>
              <a:buFont typeface="Arial"/>
              <a:buChar char="•"/>
            </a:pPr>
            <a:r>
              <a:rPr lang="en-US" sz="1400"/>
              <a:t>Nivel 3: Contención en un plazo de hasta 60 minutos.</a:t>
            </a:r>
            <a:endParaRPr/>
          </a:p>
          <a:p>
            <a:pPr indent="0" lvl="0" marL="0" rtl="0" algn="l">
              <a:lnSpc>
                <a:spcPct val="90000"/>
              </a:lnSpc>
              <a:spcBef>
                <a:spcPts val="1000"/>
              </a:spcBef>
              <a:spcAft>
                <a:spcPts val="0"/>
              </a:spcAft>
              <a:buClr>
                <a:schemeClr val="dk1"/>
              </a:buClr>
              <a:buSzPts val="1400"/>
              <a:buFont typeface="Arial"/>
              <a:buChar char="•"/>
            </a:pPr>
            <a:r>
              <a:rPr lang="en-US" sz="1400"/>
              <a:t>Nivel 5: Respuesta inmediata, con un tope de 15 minutos.</a:t>
            </a:r>
            <a:endParaRPr/>
          </a:p>
          <a:p>
            <a:pPr indent="82550" lvl="0" marL="0" rtl="0" algn="l">
              <a:lnSpc>
                <a:spcPct val="90000"/>
              </a:lnSpc>
              <a:spcBef>
                <a:spcPts val="1000"/>
              </a:spcBef>
              <a:spcAft>
                <a:spcPts val="0"/>
              </a:spcAft>
              <a:buClr>
                <a:schemeClr val="dk1"/>
              </a:buClr>
              <a:buSzPts val="1300"/>
              <a:buFont typeface="Arial"/>
              <a:buNone/>
            </a:pPr>
            <a:r>
              <a:t/>
            </a:r>
            <a:endParaRPr sz="1300"/>
          </a:p>
        </p:txBody>
      </p:sp>
      <p:pic>
        <p:nvPicPr>
          <p:cNvPr descr="Las cadenas de suministro y los entornos cloud serán zonas de especial  peligro en 2025 | Endpoint | IT Digital Security" id="290" name="Google Shape;290;p18"/>
          <p:cNvPicPr preferRelativeResize="0"/>
          <p:nvPr/>
        </p:nvPicPr>
        <p:blipFill rotWithShape="1">
          <a:blip r:embed="rId3">
            <a:alphaModFix/>
          </a:blip>
          <a:srcRect b="0" l="0" r="0" t="0"/>
          <a:stretch/>
        </p:blipFill>
        <p:spPr>
          <a:xfrm>
            <a:off x="5120640" y="1506474"/>
            <a:ext cx="6656832" cy="374446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4" name="Shape 294"/>
        <p:cNvGrpSpPr/>
        <p:nvPr/>
      </p:nvGrpSpPr>
      <p:grpSpPr>
        <a:xfrm>
          <a:off x="0" y="0"/>
          <a:ext cx="0" cy="0"/>
          <a:chOff x="0" y="0"/>
          <a:chExt cx="0" cy="0"/>
        </a:xfrm>
      </p:grpSpPr>
      <p:sp>
        <p:nvSpPr>
          <p:cNvPr id="295" name="Google Shape;295;p19"/>
          <p:cNvSpPr txBox="1"/>
          <p:nvPr>
            <p:ph type="ctrTitle"/>
          </p:nvPr>
        </p:nvSpPr>
        <p:spPr>
          <a:xfrm>
            <a:off x="429768" y="411480"/>
            <a:ext cx="11201400" cy="11064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sz="3600">
                <a:solidFill>
                  <a:schemeClr val="dk1"/>
                </a:solidFill>
                <a:latin typeface="Arial"/>
                <a:ea typeface="Arial"/>
                <a:cs typeface="Arial"/>
                <a:sym typeface="Arial"/>
              </a:rPr>
              <a:t>Programa de Capacitación</a:t>
            </a:r>
            <a:endParaRPr/>
          </a:p>
        </p:txBody>
      </p:sp>
      <p:sp>
        <p:nvSpPr>
          <p:cNvPr id="296" name="Google Shape;296;p19"/>
          <p:cNvSpPr/>
          <p:nvPr/>
        </p:nvSpPr>
        <p:spPr>
          <a:xfrm>
            <a:off x="0" y="598458"/>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pic>
        <p:nvPicPr>
          <p:cNvPr descr="20 cursos de ciberseguridad gratis con Certificado| Listado 2024" id="297" name="Google Shape;297;p19"/>
          <p:cNvPicPr preferRelativeResize="0"/>
          <p:nvPr/>
        </p:nvPicPr>
        <p:blipFill rotWithShape="1">
          <a:blip r:embed="rId3">
            <a:alphaModFix/>
          </a:blip>
          <a:srcRect b="0" l="0" r="0" t="0"/>
          <a:stretch/>
        </p:blipFill>
        <p:spPr>
          <a:xfrm>
            <a:off x="429768" y="1883092"/>
            <a:ext cx="6702552" cy="4189095"/>
          </a:xfrm>
          <a:prstGeom prst="rect">
            <a:avLst/>
          </a:prstGeom>
          <a:noFill/>
          <a:ln>
            <a:noFill/>
          </a:ln>
        </p:spPr>
      </p:pic>
      <p:sp>
        <p:nvSpPr>
          <p:cNvPr id="298" name="Google Shape;298;p19"/>
          <p:cNvSpPr txBox="1"/>
          <p:nvPr>
            <p:ph idx="1" type="subTitle"/>
          </p:nvPr>
        </p:nvSpPr>
        <p:spPr>
          <a:xfrm>
            <a:off x="7938752" y="2020824"/>
            <a:ext cx="3455097" cy="3959352"/>
          </a:xfrm>
          <a:prstGeom prst="rect">
            <a:avLst/>
          </a:prstGeom>
          <a:noFill/>
          <a:ln>
            <a:noFill/>
          </a:ln>
        </p:spPr>
        <p:txBody>
          <a:bodyPr anchorCtr="0" anchor="ctr" bIns="45700" lIns="91425" spcFirstLastPara="1" rIns="91425" wrap="square" tIns="45700">
            <a:noAutofit/>
          </a:bodyPr>
          <a:lstStyle/>
          <a:p>
            <a:pPr indent="-228600" lvl="0" marL="342900" rtl="0" algn="l">
              <a:lnSpc>
                <a:spcPct val="90000"/>
              </a:lnSpc>
              <a:spcBef>
                <a:spcPts val="0"/>
              </a:spcBef>
              <a:spcAft>
                <a:spcPts val="0"/>
              </a:spcAft>
              <a:buClr>
                <a:schemeClr val="dk1"/>
              </a:buClr>
              <a:buSzPts val="1400"/>
              <a:buFont typeface="Arial"/>
              <a:buChar char="•"/>
            </a:pPr>
            <a:r>
              <a:rPr lang="en-US" sz="1400"/>
              <a:t>Qué es la ciberseguridad y por qué importa.</a:t>
            </a:r>
            <a:endParaRPr/>
          </a:p>
          <a:p>
            <a:pPr indent="-228600" lvl="0" marL="342900" rtl="0" algn="l">
              <a:lnSpc>
                <a:spcPct val="90000"/>
              </a:lnSpc>
              <a:spcBef>
                <a:spcPts val="1000"/>
              </a:spcBef>
              <a:spcAft>
                <a:spcPts val="0"/>
              </a:spcAft>
              <a:buClr>
                <a:schemeClr val="dk1"/>
              </a:buClr>
              <a:buSzPts val="1400"/>
              <a:buFont typeface="Arial"/>
              <a:buChar char="•"/>
            </a:pPr>
            <a:r>
              <a:rPr lang="en-US" sz="1400"/>
              <a:t>Tipos comunes de amenazas: phishing, ransomware, malware, ingeniería social.</a:t>
            </a:r>
            <a:endParaRPr/>
          </a:p>
          <a:p>
            <a:pPr indent="-228600" lvl="0" marL="342900" rtl="0" algn="l">
              <a:lnSpc>
                <a:spcPct val="90000"/>
              </a:lnSpc>
              <a:spcBef>
                <a:spcPts val="1000"/>
              </a:spcBef>
              <a:spcAft>
                <a:spcPts val="0"/>
              </a:spcAft>
              <a:buClr>
                <a:schemeClr val="dk1"/>
              </a:buClr>
              <a:buSzPts val="1400"/>
              <a:buFont typeface="Arial"/>
              <a:buChar char="•"/>
            </a:pPr>
            <a:r>
              <a:rPr lang="en-US" sz="1400"/>
              <a:t>Buenas prácticas en el uso de contraseñas.</a:t>
            </a:r>
            <a:endParaRPr/>
          </a:p>
          <a:p>
            <a:pPr indent="-228600" lvl="0" marL="342900" rtl="0" algn="l">
              <a:lnSpc>
                <a:spcPct val="90000"/>
              </a:lnSpc>
              <a:spcBef>
                <a:spcPts val="1000"/>
              </a:spcBef>
              <a:spcAft>
                <a:spcPts val="0"/>
              </a:spcAft>
              <a:buClr>
                <a:schemeClr val="dk1"/>
              </a:buClr>
              <a:buSzPts val="1400"/>
              <a:buFont typeface="Arial"/>
              <a:buChar char="•"/>
            </a:pPr>
            <a:r>
              <a:rPr lang="en-US" sz="1400"/>
              <a:t>Seguridad en correos electrónicos y navegación web.</a:t>
            </a:r>
            <a:endParaRPr/>
          </a:p>
          <a:p>
            <a:pPr indent="-228600" lvl="0" marL="342900" rtl="0" algn="l">
              <a:lnSpc>
                <a:spcPct val="90000"/>
              </a:lnSpc>
              <a:spcBef>
                <a:spcPts val="1000"/>
              </a:spcBef>
              <a:spcAft>
                <a:spcPts val="0"/>
              </a:spcAft>
              <a:buClr>
                <a:schemeClr val="dk1"/>
              </a:buClr>
              <a:buSzPts val="1400"/>
              <a:buFont typeface="Arial"/>
              <a:buChar char="•"/>
            </a:pPr>
            <a:r>
              <a:rPr lang="en-US" sz="1400"/>
              <a:t>Uso seguro de dispositivos móviles y trabajo remoto.</a:t>
            </a:r>
            <a:endParaRPr/>
          </a:p>
          <a:p>
            <a:pPr indent="-228600" lvl="0" marL="342900" rtl="0" algn="l">
              <a:lnSpc>
                <a:spcPct val="90000"/>
              </a:lnSpc>
              <a:spcBef>
                <a:spcPts val="1000"/>
              </a:spcBef>
              <a:spcAft>
                <a:spcPts val="0"/>
              </a:spcAft>
              <a:buClr>
                <a:schemeClr val="dk1"/>
              </a:buClr>
              <a:buSzPts val="1400"/>
              <a:buFont typeface="Arial"/>
              <a:buChar char="•"/>
            </a:pPr>
            <a:r>
              <a:rPr lang="en-US" sz="1400"/>
              <a:t>Políticas internas de seguridad de la información.</a:t>
            </a:r>
            <a:endParaRPr/>
          </a:p>
          <a:p>
            <a:pPr indent="-228600" lvl="0" marL="342900" rtl="0" algn="l">
              <a:lnSpc>
                <a:spcPct val="90000"/>
              </a:lnSpc>
              <a:spcBef>
                <a:spcPts val="1000"/>
              </a:spcBef>
              <a:spcAft>
                <a:spcPts val="0"/>
              </a:spcAft>
              <a:buClr>
                <a:schemeClr val="dk1"/>
              </a:buClr>
              <a:buSzPts val="1400"/>
              <a:buFont typeface="Arial"/>
              <a:buChar char="•"/>
            </a:pPr>
            <a:r>
              <a:rPr lang="en-US" sz="1400"/>
              <a:t>Procedimientos en caso de incidente (cómo y a quién reportar).</a:t>
            </a:r>
            <a:endParaRPr/>
          </a:p>
          <a:p>
            <a:pPr indent="-228600" lvl="0" marL="342900" rtl="0" algn="l">
              <a:lnSpc>
                <a:spcPct val="90000"/>
              </a:lnSpc>
              <a:spcBef>
                <a:spcPts val="1000"/>
              </a:spcBef>
              <a:spcAft>
                <a:spcPts val="0"/>
              </a:spcAft>
              <a:buClr>
                <a:schemeClr val="dk1"/>
              </a:buClr>
              <a:buSzPts val="1400"/>
              <a:buFont typeface="Arial"/>
              <a:buChar char="•"/>
            </a:pPr>
            <a:r>
              <a:rPr lang="en-US" sz="1400"/>
              <a:t>Actualizaciones y parches de software.</a:t>
            </a:r>
            <a:endParaRPr/>
          </a:p>
          <a:p>
            <a:pPr indent="-228600" lvl="0" marL="342900" rtl="0" algn="l">
              <a:lnSpc>
                <a:spcPct val="90000"/>
              </a:lnSpc>
              <a:spcBef>
                <a:spcPts val="1000"/>
              </a:spcBef>
              <a:spcAft>
                <a:spcPts val="0"/>
              </a:spcAft>
              <a:buClr>
                <a:schemeClr val="dk1"/>
              </a:buClr>
              <a:buSzPts val="1400"/>
              <a:buFont typeface="Arial"/>
              <a:buChar char="•"/>
            </a:pPr>
            <a:r>
              <a:rPr lang="en-US" sz="1400"/>
              <a:t>Autenticación multifactor (MFA).</a:t>
            </a:r>
            <a:endParaRPr/>
          </a:p>
          <a:p>
            <a:pPr indent="69850" lvl="0" marL="0" rtl="0" algn="l">
              <a:lnSpc>
                <a:spcPct val="90000"/>
              </a:lnSpc>
              <a:spcBef>
                <a:spcPts val="1000"/>
              </a:spcBef>
              <a:spcAft>
                <a:spcPts val="0"/>
              </a:spcAft>
              <a:buClr>
                <a:schemeClr val="dk1"/>
              </a:buClr>
              <a:buSzPts val="1100"/>
              <a:buFont typeface="Arial"/>
              <a:buNone/>
            </a:pPr>
            <a:r>
              <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2" name="Shape 302"/>
        <p:cNvGrpSpPr/>
        <p:nvPr/>
      </p:nvGrpSpPr>
      <p:grpSpPr>
        <a:xfrm>
          <a:off x="0" y="0"/>
          <a:ext cx="0" cy="0"/>
          <a:chOff x="0" y="0"/>
          <a:chExt cx="0" cy="0"/>
        </a:xfrm>
      </p:grpSpPr>
      <p:sp>
        <p:nvSpPr>
          <p:cNvPr id="303" name="Google Shape;303;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Hornetsecurity ofrece un servicio de capacitación en ciberseguridad | EMB  Gerencia" id="304" name="Google Shape;304;p20"/>
          <p:cNvPicPr preferRelativeResize="0"/>
          <p:nvPr/>
        </p:nvPicPr>
        <p:blipFill rotWithShape="1">
          <a:blip r:embed="rId3">
            <a:alphaModFix/>
          </a:blip>
          <a:srcRect b="0" l="7528" r="22537" t="1639"/>
          <a:stretch/>
        </p:blipFill>
        <p:spPr>
          <a:xfrm>
            <a:off x="3523488" y="10"/>
            <a:ext cx="8668512" cy="6857990"/>
          </a:xfrm>
          <a:prstGeom prst="rect">
            <a:avLst/>
          </a:prstGeom>
          <a:noFill/>
          <a:ln>
            <a:noFill/>
          </a:ln>
        </p:spPr>
      </p:pic>
      <p:sp>
        <p:nvSpPr>
          <p:cNvPr id="305" name="Google Shape;305;p20"/>
          <p:cNvSpPr/>
          <p:nvPr/>
        </p:nvSpPr>
        <p:spPr>
          <a:xfrm>
            <a:off x="2" y="0"/>
            <a:ext cx="9756601" cy="6858000"/>
          </a:xfrm>
          <a:prstGeom prst="rect">
            <a:avLst/>
          </a:prstGeom>
          <a:gradFill>
            <a:gsLst>
              <a:gs pos="0">
                <a:srgbClr val="FFFFFF">
                  <a:alpha val="0"/>
                </a:srgbClr>
              </a:gs>
              <a:gs pos="19000">
                <a:srgbClr val="FFFFFF">
                  <a:alpha val="37647"/>
                </a:srgbClr>
              </a:gs>
              <a:gs pos="35000">
                <a:srgbClr val="FFFFFF">
                  <a:alpha val="77647"/>
                </a:srgbClr>
              </a:gs>
              <a:gs pos="5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06" name="Google Shape;306;p20"/>
          <p:cNvSpPr txBox="1"/>
          <p:nvPr>
            <p:ph type="ctrTitle"/>
          </p:nvPr>
        </p:nvSpPr>
        <p:spPr>
          <a:xfrm>
            <a:off x="428603" y="916873"/>
            <a:ext cx="3438144" cy="11247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600"/>
              <a:buFont typeface="Arial"/>
              <a:buNone/>
            </a:pPr>
            <a:r>
              <a:rPr b="1" lang="en-US" sz="2600"/>
              <a:t>Formato de Reporte a</a:t>
            </a:r>
            <a:r>
              <a:rPr lang="en-US" sz="2600"/>
              <a:t> la ANCI</a:t>
            </a:r>
            <a:endParaRPr sz="2600"/>
          </a:p>
        </p:txBody>
      </p:sp>
      <p:sp>
        <p:nvSpPr>
          <p:cNvPr id="307" name="Google Shape;307;p20"/>
          <p:cNvSpPr/>
          <p:nvPr/>
        </p:nvSpPr>
        <p:spPr>
          <a:xfrm rot="5400000">
            <a:off x="662559" y="605790"/>
            <a:ext cx="73152" cy="54864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8" name="Google Shape;308;p20"/>
          <p:cNvSpPr/>
          <p:nvPr/>
        </p:nvSpPr>
        <p:spPr>
          <a:xfrm>
            <a:off x="428244" y="2443480"/>
            <a:ext cx="3300984" cy="9144"/>
          </a:xfrm>
          <a:prstGeom prst="rect">
            <a:avLst/>
          </a:prstGeom>
          <a:solidFill>
            <a:srgbClr val="D5D5D5"/>
          </a:solidFill>
          <a:ln cap="flat" cmpd="sng" w="9525">
            <a:solidFill>
              <a:srgbClr val="D5D5D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09" name="Google Shape;309;p20"/>
          <p:cNvSpPr txBox="1"/>
          <p:nvPr>
            <p:ph idx="1" type="subTitle"/>
          </p:nvPr>
        </p:nvSpPr>
        <p:spPr>
          <a:xfrm>
            <a:off x="284830" y="2301111"/>
            <a:ext cx="3438906" cy="3207258"/>
          </a:xfrm>
          <a:prstGeom prst="rect">
            <a:avLst/>
          </a:prstGeom>
          <a:noFill/>
          <a:ln>
            <a:noFill/>
          </a:ln>
        </p:spPr>
        <p:txBody>
          <a:bodyPr anchorCtr="0" anchor="t" bIns="45700" lIns="91425" spcFirstLastPara="1" rIns="91425" wrap="square" tIns="45700">
            <a:noAutofit/>
          </a:bodyPr>
          <a:lstStyle/>
          <a:p>
            <a:pPr indent="0" lvl="0" marL="114300" rtl="0" algn="l">
              <a:lnSpc>
                <a:spcPct val="90000"/>
              </a:lnSpc>
              <a:spcBef>
                <a:spcPts val="0"/>
              </a:spcBef>
              <a:spcAft>
                <a:spcPts val="0"/>
              </a:spcAft>
              <a:buClr>
                <a:schemeClr val="dk1"/>
              </a:buClr>
              <a:buSzPts val="1400"/>
              <a:buNone/>
            </a:pPr>
            <a:r>
              <a:t/>
            </a:r>
            <a:endParaRPr sz="1400"/>
          </a:p>
          <a:p>
            <a:pPr indent="0" lvl="0" marL="0" rtl="0" algn="l">
              <a:lnSpc>
                <a:spcPct val="90000"/>
              </a:lnSpc>
              <a:spcBef>
                <a:spcPts val="1000"/>
              </a:spcBef>
              <a:spcAft>
                <a:spcPts val="0"/>
              </a:spcAft>
              <a:buClr>
                <a:schemeClr val="dk1"/>
              </a:buClr>
              <a:buSzPts val="1400"/>
              <a:buNone/>
            </a:pPr>
            <a:r>
              <a:rPr lang="en-US" sz="1400"/>
              <a:t>El reporte oficial debe incluir los siguientes campos:</a:t>
            </a:r>
            <a:endParaRPr/>
          </a:p>
          <a:p>
            <a:pPr indent="-228600" lvl="0" marL="285750" rtl="0" algn="l">
              <a:lnSpc>
                <a:spcPct val="90000"/>
              </a:lnSpc>
              <a:spcBef>
                <a:spcPts val="1000"/>
              </a:spcBef>
              <a:spcAft>
                <a:spcPts val="0"/>
              </a:spcAft>
              <a:buClr>
                <a:schemeClr val="dk1"/>
              </a:buClr>
              <a:buSzPts val="1400"/>
              <a:buFont typeface="Arial"/>
              <a:buChar char="•"/>
            </a:pPr>
            <a:r>
              <a:rPr lang="en-US" sz="1400"/>
              <a:t>Número de ticket.</a:t>
            </a:r>
            <a:endParaRPr/>
          </a:p>
          <a:p>
            <a:pPr indent="-228600" lvl="0" marL="285750" rtl="0" algn="l">
              <a:lnSpc>
                <a:spcPct val="90000"/>
              </a:lnSpc>
              <a:spcBef>
                <a:spcPts val="1000"/>
              </a:spcBef>
              <a:spcAft>
                <a:spcPts val="0"/>
              </a:spcAft>
              <a:buClr>
                <a:schemeClr val="dk1"/>
              </a:buClr>
              <a:buSzPts val="1400"/>
              <a:buFont typeface="Arial"/>
              <a:buChar char="•"/>
            </a:pPr>
            <a:r>
              <a:rPr lang="en-US" sz="1400"/>
              <a:t>Fecha </a:t>
            </a:r>
            <a:endParaRPr/>
          </a:p>
          <a:p>
            <a:pPr indent="-228600" lvl="0" marL="285750" rtl="0" algn="l">
              <a:lnSpc>
                <a:spcPct val="90000"/>
              </a:lnSpc>
              <a:spcBef>
                <a:spcPts val="1000"/>
              </a:spcBef>
              <a:spcAft>
                <a:spcPts val="0"/>
              </a:spcAft>
              <a:buClr>
                <a:schemeClr val="dk1"/>
              </a:buClr>
              <a:buSzPts val="1400"/>
              <a:buFont typeface="Arial"/>
              <a:buChar char="•"/>
            </a:pPr>
            <a:r>
              <a:rPr lang="en-US" sz="1400"/>
              <a:t>Hora de detección.</a:t>
            </a:r>
            <a:endParaRPr/>
          </a:p>
          <a:p>
            <a:pPr indent="-228600" lvl="0" marL="285750" rtl="0" algn="l">
              <a:lnSpc>
                <a:spcPct val="90000"/>
              </a:lnSpc>
              <a:spcBef>
                <a:spcPts val="1000"/>
              </a:spcBef>
              <a:spcAft>
                <a:spcPts val="0"/>
              </a:spcAft>
              <a:buClr>
                <a:schemeClr val="dk1"/>
              </a:buClr>
              <a:buSzPts val="1400"/>
              <a:buFont typeface="Arial"/>
              <a:buChar char="•"/>
            </a:pPr>
            <a:r>
              <a:rPr lang="en-US" sz="1400"/>
              <a:t>Descripción técnica del incidente.</a:t>
            </a:r>
            <a:endParaRPr/>
          </a:p>
          <a:p>
            <a:pPr indent="-228600" lvl="0" marL="285750" rtl="0" algn="l">
              <a:lnSpc>
                <a:spcPct val="90000"/>
              </a:lnSpc>
              <a:spcBef>
                <a:spcPts val="1000"/>
              </a:spcBef>
              <a:spcAft>
                <a:spcPts val="0"/>
              </a:spcAft>
              <a:buClr>
                <a:schemeClr val="dk1"/>
              </a:buClr>
              <a:buSzPts val="1400"/>
              <a:buFont typeface="Arial"/>
              <a:buChar char="•"/>
            </a:pPr>
            <a:r>
              <a:rPr lang="en-US" sz="1400"/>
              <a:t>VLAN o servidores involucrados.</a:t>
            </a:r>
            <a:endParaRPr/>
          </a:p>
          <a:p>
            <a:pPr indent="-228600" lvl="0" marL="285750" rtl="0" algn="l">
              <a:lnSpc>
                <a:spcPct val="90000"/>
              </a:lnSpc>
              <a:spcBef>
                <a:spcPts val="1000"/>
              </a:spcBef>
              <a:spcAft>
                <a:spcPts val="0"/>
              </a:spcAft>
              <a:buClr>
                <a:schemeClr val="dk1"/>
              </a:buClr>
              <a:buSzPts val="1400"/>
              <a:buFont typeface="Arial"/>
              <a:buChar char="•"/>
            </a:pPr>
            <a:r>
              <a:rPr lang="en-US" sz="1400"/>
              <a:t>Evidencias (como capturas de tráfico).</a:t>
            </a:r>
            <a:endParaRPr/>
          </a:p>
          <a:p>
            <a:pPr indent="-228600" lvl="0" marL="285750" rtl="0" algn="l">
              <a:lnSpc>
                <a:spcPct val="90000"/>
              </a:lnSpc>
              <a:spcBef>
                <a:spcPts val="1000"/>
              </a:spcBef>
              <a:spcAft>
                <a:spcPts val="0"/>
              </a:spcAft>
              <a:buClr>
                <a:schemeClr val="dk1"/>
              </a:buClr>
              <a:buSzPts val="1400"/>
              <a:buFont typeface="Arial"/>
              <a:buChar char="•"/>
            </a:pPr>
            <a:r>
              <a:rPr lang="en-US" sz="1400"/>
              <a:t>Medidas de contención aplicadas.</a:t>
            </a:r>
            <a:endParaRPr/>
          </a:p>
          <a:p>
            <a:pPr indent="-228600" lvl="0" marL="285750" rtl="0" algn="l">
              <a:lnSpc>
                <a:spcPct val="90000"/>
              </a:lnSpc>
              <a:spcBef>
                <a:spcPts val="1000"/>
              </a:spcBef>
              <a:spcAft>
                <a:spcPts val="0"/>
              </a:spcAft>
              <a:buClr>
                <a:schemeClr val="dk1"/>
              </a:buClr>
              <a:buSzPts val="1400"/>
              <a:buFont typeface="Arial"/>
              <a:buChar char="•"/>
            </a:pPr>
            <a:r>
              <a:rPr lang="en-US" sz="1400"/>
              <a:t>Estado actual de la red</a:t>
            </a:r>
            <a:endParaRPr/>
          </a:p>
          <a:p>
            <a:pPr indent="101600" lvl="0" marL="0" rtl="0" algn="l">
              <a:lnSpc>
                <a:spcPct val="90000"/>
              </a:lnSpc>
              <a:spcBef>
                <a:spcPts val="1000"/>
              </a:spcBef>
              <a:spcAft>
                <a:spcPts val="0"/>
              </a:spcAft>
              <a:buClr>
                <a:schemeClr val="dk1"/>
              </a:buClr>
              <a:buSzPts val="1600"/>
              <a:buFont typeface="Arial"/>
              <a:buNone/>
            </a:pPr>
            <a:r>
              <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3" name="Shape 313"/>
        <p:cNvGrpSpPr/>
        <p:nvPr/>
      </p:nvGrpSpPr>
      <p:grpSpPr>
        <a:xfrm>
          <a:off x="0" y="0"/>
          <a:ext cx="0" cy="0"/>
          <a:chOff x="0" y="0"/>
          <a:chExt cx="0" cy="0"/>
        </a:xfrm>
      </p:grpSpPr>
      <p:sp>
        <p:nvSpPr>
          <p:cNvPr id="314" name="Google Shape;314;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15" name="Google Shape;315;p21"/>
          <p:cNvSpPr txBox="1"/>
          <p:nvPr>
            <p:ph type="ctrTitle"/>
          </p:nvPr>
        </p:nvSpPr>
        <p:spPr>
          <a:xfrm>
            <a:off x="630936" y="639520"/>
            <a:ext cx="3429000" cy="171907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000"/>
              <a:buFont typeface="Arial"/>
              <a:buNone/>
            </a:pPr>
            <a:r>
              <a:rPr lang="en-US" sz="3000"/>
              <a:t>Ejecución del proyecto</a:t>
            </a:r>
            <a:endParaRPr sz="3000">
              <a:latin typeface="Arial"/>
              <a:ea typeface="Arial"/>
              <a:cs typeface="Arial"/>
              <a:sym typeface="Arial"/>
            </a:endParaRPr>
          </a:p>
        </p:txBody>
      </p:sp>
      <p:sp>
        <p:nvSpPr>
          <p:cNvPr id="316" name="Google Shape;316;p21"/>
          <p:cNvSpPr/>
          <p:nvPr/>
        </p:nvSpPr>
        <p:spPr>
          <a:xfrm>
            <a:off x="643278" y="2573756"/>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17" name="Google Shape;317;p21"/>
          <p:cNvSpPr txBox="1"/>
          <p:nvPr>
            <p:ph idx="1" type="subTitle"/>
          </p:nvPr>
        </p:nvSpPr>
        <p:spPr>
          <a:xfrm>
            <a:off x="630936" y="2807208"/>
            <a:ext cx="3429000" cy="341071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400"/>
              <a:buNone/>
            </a:pPr>
            <a:r>
              <a:rPr lang="en-US" sz="1400"/>
              <a:t>El proyecto </a:t>
            </a:r>
            <a:r>
              <a:rPr lang="en-US" sz="1400"/>
              <a:t>consta</a:t>
            </a:r>
            <a:r>
              <a:rPr lang="en-US" sz="1400"/>
              <a:t> de diferentes fases de aplicación donde cada una se debe de cumplir para continuar con la siguiente. Estos trabajos tendrá un horario nocturno para no interferir con el servicio de la municipalidad.</a:t>
            </a:r>
            <a:endParaRPr/>
          </a:p>
          <a:p>
            <a:pPr indent="76200" lvl="0" marL="0" rtl="0" algn="l">
              <a:lnSpc>
                <a:spcPct val="90000"/>
              </a:lnSpc>
              <a:spcBef>
                <a:spcPts val="1000"/>
              </a:spcBef>
              <a:spcAft>
                <a:spcPts val="0"/>
              </a:spcAft>
              <a:buClr>
                <a:schemeClr val="dk1"/>
              </a:buClr>
              <a:buSzPts val="1200"/>
              <a:buFont typeface="Arial"/>
              <a:buNone/>
            </a:pPr>
            <a:r>
              <a:t/>
            </a:r>
            <a:endParaRPr sz="1200"/>
          </a:p>
        </p:txBody>
      </p:sp>
      <p:pic>
        <p:nvPicPr>
          <p:cNvPr id="318" name="Google Shape;318;p21"/>
          <p:cNvPicPr preferRelativeResize="0"/>
          <p:nvPr/>
        </p:nvPicPr>
        <p:blipFill rotWithShape="1">
          <a:blip r:embed="rId3">
            <a:alphaModFix/>
          </a:blip>
          <a:srcRect b="0" l="0" r="0" t="0"/>
          <a:stretch/>
        </p:blipFill>
        <p:spPr>
          <a:xfrm>
            <a:off x="4582409" y="2022167"/>
            <a:ext cx="6903720" cy="387759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sp>
        <p:nvSpPr>
          <p:cNvPr id="323" name="Google Shape;323;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324" name="Google Shape;324;p22"/>
          <p:cNvPicPr preferRelativeResize="0"/>
          <p:nvPr/>
        </p:nvPicPr>
        <p:blipFill rotWithShape="1">
          <a:blip r:embed="rId3">
            <a:alphaModFix/>
          </a:blip>
          <a:srcRect b="2117" l="28182" r="-1" t="6974"/>
          <a:stretch/>
        </p:blipFill>
        <p:spPr>
          <a:xfrm>
            <a:off x="20" y="10"/>
            <a:ext cx="8668492" cy="6857990"/>
          </a:xfrm>
          <a:prstGeom prst="rect">
            <a:avLst/>
          </a:prstGeom>
          <a:noFill/>
          <a:ln>
            <a:noFill/>
          </a:ln>
        </p:spPr>
      </p:pic>
      <p:sp>
        <p:nvSpPr>
          <p:cNvPr id="325" name="Google Shape;325;p22"/>
          <p:cNvSpPr/>
          <p:nvPr/>
        </p:nvSpPr>
        <p:spPr>
          <a:xfrm flipH="1">
            <a:off x="3711652" y="0"/>
            <a:ext cx="8480347" cy="6858000"/>
          </a:xfrm>
          <a:prstGeom prst="rect">
            <a:avLst/>
          </a:prstGeom>
          <a:gradFill>
            <a:gsLst>
              <a:gs pos="0">
                <a:srgbClr val="FFFFFF">
                  <a:alpha val="0"/>
                </a:srgbClr>
              </a:gs>
              <a:gs pos="19000">
                <a:srgbClr val="FFFFFF">
                  <a:alpha val="37647"/>
                </a:srgbClr>
              </a:gs>
              <a:gs pos="35000">
                <a:srgbClr val="FFFFFF">
                  <a:alpha val="76862"/>
                </a:srgbClr>
              </a:gs>
              <a:gs pos="48000">
                <a:schemeClr val="lt1"/>
              </a:gs>
              <a:gs pos="100000">
                <a:schemeClr val="lt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26" name="Google Shape;326;p22"/>
          <p:cNvSpPr txBox="1"/>
          <p:nvPr>
            <p:ph type="ctrTitle"/>
          </p:nvPr>
        </p:nvSpPr>
        <p:spPr>
          <a:xfrm>
            <a:off x="7848600" y="777306"/>
            <a:ext cx="4023360" cy="114817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Arial"/>
              <a:buNone/>
            </a:pPr>
            <a:r>
              <a:rPr lang="en-US" sz="4800">
                <a:latin typeface="Arial"/>
                <a:ea typeface="Arial"/>
                <a:cs typeface="Arial"/>
                <a:sym typeface="Arial"/>
              </a:rPr>
              <a:t>Conclusión</a:t>
            </a:r>
            <a:endParaRPr sz="4800"/>
          </a:p>
        </p:txBody>
      </p:sp>
      <p:sp>
        <p:nvSpPr>
          <p:cNvPr id="327" name="Google Shape;327;p22"/>
          <p:cNvSpPr txBox="1"/>
          <p:nvPr>
            <p:ph idx="1" type="subTitle"/>
          </p:nvPr>
        </p:nvSpPr>
        <p:spPr>
          <a:xfrm>
            <a:off x="7877356" y="1925564"/>
            <a:ext cx="4023360" cy="2602744"/>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chemeClr val="dk1"/>
              </a:buClr>
              <a:buSzPts val="1400"/>
              <a:buNone/>
            </a:pPr>
            <a:r>
              <a:rPr lang="en-US" sz="1400"/>
              <a:t>Luego de realizar un análisis detallado del estado actual de la red tecnológica de la Ilustre Municipalidad de Melipilla, se ha identificado que la infraestructura actual constituye una barrera significativa para alcanzar los objetivos institucionales relacionados con la eficiencia operativa, la seguridad informática y la modernización administrativa.</a:t>
            </a:r>
            <a:endParaRPr/>
          </a:p>
          <a:p>
            <a:pPr indent="0" lvl="0" marL="0" rtl="0" algn="l">
              <a:lnSpc>
                <a:spcPct val="110000"/>
              </a:lnSpc>
              <a:spcBef>
                <a:spcPts val="1000"/>
              </a:spcBef>
              <a:spcAft>
                <a:spcPts val="0"/>
              </a:spcAft>
              <a:buClr>
                <a:schemeClr val="dk1"/>
              </a:buClr>
              <a:buSzPts val="1400"/>
              <a:buNone/>
            </a:pPr>
            <a:r>
              <a:rPr lang="en-US" sz="1400"/>
              <a:t>La solución propuesta, que se basa en una arquitectura jerárquica actualizada, el uso de protocolos avanzados y el cumplimiento de estándares internacionales en seguridad y gobernanza, ofrece una respuesta integral y sostenible a las debilidades detectadas.</a:t>
            </a:r>
            <a:endParaRPr/>
          </a:p>
        </p:txBody>
      </p:sp>
      <p:sp>
        <p:nvSpPr>
          <p:cNvPr id="328" name="Google Shape;328;p22"/>
          <p:cNvSpPr/>
          <p:nvPr/>
        </p:nvSpPr>
        <p:spPr>
          <a:xfrm rot="5400000">
            <a:off x="8130540" y="346791"/>
            <a:ext cx="146304"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VanillaVTI">
  <a:themeElements>
    <a:clrScheme name="VanillaVTI">
      <a:dk1>
        <a:srgbClr val="000000"/>
      </a:dk1>
      <a:lt1>
        <a:srgbClr val="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2025-06-27T03:15:54Z</dcterms:created>
  <dc:creator>Luc4s kiltr0</dc:creator>
</cp:coreProperties>
</file>